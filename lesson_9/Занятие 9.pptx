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8" r:id="rId2"/>
    <p:sldId id="319" r:id="rId3"/>
    <p:sldId id="353" r:id="rId4"/>
    <p:sldId id="343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C7271-601D-4DF9-9DCA-344C59B46CBF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FF03C-7020-43D7-8FC9-180DF305C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81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906" y="5476251"/>
            <a:ext cx="968249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Data Governance &amp; </a:t>
            </a:r>
            <a:r>
              <a:rPr lang="en-US" dirty="0">
                <a:solidFill>
                  <a:srgbClr val="FF0000"/>
                </a:solidFill>
              </a:rPr>
              <a:t>Data Quality</a:t>
            </a:r>
            <a:endParaRPr lang="ru-RS" dirty="0">
              <a:solidFill>
                <a:srgbClr val="FF0000"/>
              </a:solidFill>
            </a:endParaRPr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5" y="2189898"/>
            <a:ext cx="6329973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Автоматизация запуска проверок и отправка уведомлений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16/04/2026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6" y="1140975"/>
            <a:ext cx="572684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Основные инструменты автоматизации </a:t>
            </a:r>
            <a:r>
              <a:rPr lang="ru-RU" sz="3200" dirty="0">
                <a:solidFill>
                  <a:srgbClr val="FF0000"/>
                </a:solidFill>
              </a:rPr>
              <a:t>проверок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6" y="2199892"/>
            <a:ext cx="4160513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Планировщик задач </a:t>
            </a:r>
            <a:r>
              <a:rPr lang="en-US" dirty="0"/>
              <a:t>(WINDOWS)</a:t>
            </a:r>
            <a:endParaRPr lang="ru-RS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B39DC06A-909F-4B8D-99FE-1F4985967060}"/>
              </a:ext>
            </a:extLst>
          </p:cNvPr>
          <p:cNvSpPr txBox="1">
            <a:spLocks/>
          </p:cNvSpPr>
          <p:nvPr/>
        </p:nvSpPr>
        <p:spPr>
          <a:xfrm>
            <a:off x="259086" y="2609090"/>
            <a:ext cx="4160513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Cron (UNIX)</a:t>
            </a:r>
            <a:endParaRPr lang="ru-RS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D405A1B-BA3A-4632-AC7B-A569BA2742C6}"/>
              </a:ext>
            </a:extLst>
          </p:cNvPr>
          <p:cNvSpPr txBox="1">
            <a:spLocks/>
          </p:cNvSpPr>
          <p:nvPr/>
        </p:nvSpPr>
        <p:spPr>
          <a:xfrm>
            <a:off x="259086" y="3113944"/>
            <a:ext cx="4070867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Apache Airflow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54E20036-7E9B-42DF-BACB-BD6C40DBCADF}"/>
              </a:ext>
            </a:extLst>
          </p:cNvPr>
          <p:cNvSpPr txBox="1">
            <a:spLocks/>
          </p:cNvSpPr>
          <p:nvPr/>
        </p:nvSpPr>
        <p:spPr>
          <a:xfrm>
            <a:off x="259083" y="3593362"/>
            <a:ext cx="4070867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Dagster</a:t>
            </a:r>
            <a:endParaRPr lang="ru-RS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9E9C49D-FD74-436E-90DB-A68DFEE1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439" y="647430"/>
            <a:ext cx="4443829" cy="556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9" grpId="0"/>
      <p:bldP spid="2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8" y="1124744"/>
            <a:ext cx="561279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Основные каналы получения </a:t>
            </a:r>
            <a:r>
              <a:rPr lang="ru-RU" sz="3200" dirty="0">
                <a:solidFill>
                  <a:srgbClr val="FF0000"/>
                </a:solidFill>
              </a:rPr>
              <a:t>уведомлений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Мессенджеры (</a:t>
            </a:r>
            <a:r>
              <a:rPr lang="en-US" dirty="0"/>
              <a:t>Telegram, WhatsApp, Teams, Tag, </a:t>
            </a:r>
            <a:r>
              <a:rPr lang="en-US" dirty="0" err="1"/>
              <a:t>Mattermost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845901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Email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59087" y="3212852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732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83688-3DDC-44B5-A119-18F02222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62" y="242443"/>
            <a:ext cx="4029637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61</Words>
  <Application>Microsoft Office PowerPoint</Application>
  <PresentationFormat>Широкоэкранный</PresentationFormat>
  <Paragraphs>19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47</cp:revision>
  <dcterms:created xsi:type="dcterms:W3CDTF">2025-08-19T06:56:36Z</dcterms:created>
  <dcterms:modified xsi:type="dcterms:W3CDTF">2026-04-16T10:29:40Z</dcterms:modified>
</cp:coreProperties>
</file>