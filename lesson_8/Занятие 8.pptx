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08" r:id="rId2"/>
    <p:sldId id="381" r:id="rId3"/>
    <p:sldId id="382" r:id="rId4"/>
    <p:sldId id="352" r:id="rId5"/>
    <p:sldId id="379" r:id="rId6"/>
    <p:sldId id="380" r:id="rId7"/>
    <p:sldId id="34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C7271-601D-4DF9-9DCA-344C59B46CBF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FF03C-7020-43D7-8FC9-180DF305C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810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018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178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7FF03C-7020-43D7-8FC9-180DF305CFE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450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ловок+ рисунок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2B4EE6E3-AF88-DDDA-D09E-15C1D87550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14159" y="977030"/>
            <a:ext cx="5006366" cy="5217770"/>
          </a:xfrm>
          <a:custGeom>
            <a:avLst/>
            <a:gdLst>
              <a:gd name="connsiteX0" fmla="*/ 233146 w 5006366"/>
              <a:gd name="connsiteY0" fmla="*/ 0 h 5549030"/>
              <a:gd name="connsiteX1" fmla="*/ 4773220 w 5006366"/>
              <a:gd name="connsiteY1" fmla="*/ 0 h 5549030"/>
              <a:gd name="connsiteX2" fmla="*/ 5006366 w 5006366"/>
              <a:gd name="connsiteY2" fmla="*/ 233146 h 5549030"/>
              <a:gd name="connsiteX3" fmla="*/ 5006366 w 5006366"/>
              <a:gd name="connsiteY3" fmla="*/ 5315884 h 5549030"/>
              <a:gd name="connsiteX4" fmla="*/ 4773220 w 5006366"/>
              <a:gd name="connsiteY4" fmla="*/ 5549030 h 5549030"/>
              <a:gd name="connsiteX5" fmla="*/ 233146 w 5006366"/>
              <a:gd name="connsiteY5" fmla="*/ 5549030 h 5549030"/>
              <a:gd name="connsiteX6" fmla="*/ 0 w 5006366"/>
              <a:gd name="connsiteY6" fmla="*/ 5315884 h 5549030"/>
              <a:gd name="connsiteX7" fmla="*/ 0 w 5006366"/>
              <a:gd name="connsiteY7" fmla="*/ 233146 h 5549030"/>
              <a:gd name="connsiteX8" fmla="*/ 233146 w 5006366"/>
              <a:gd name="connsiteY8" fmla="*/ 0 h 554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6366" h="5549030">
                <a:moveTo>
                  <a:pt x="233146" y="0"/>
                </a:moveTo>
                <a:lnTo>
                  <a:pt x="4773220" y="0"/>
                </a:lnTo>
                <a:cubicBezTo>
                  <a:pt x="4901983" y="0"/>
                  <a:pt x="5006366" y="104383"/>
                  <a:pt x="5006366" y="233146"/>
                </a:cubicBezTo>
                <a:lnTo>
                  <a:pt x="5006366" y="5315884"/>
                </a:lnTo>
                <a:cubicBezTo>
                  <a:pt x="5006366" y="5444647"/>
                  <a:pt x="4901983" y="5549030"/>
                  <a:pt x="4773220" y="5549030"/>
                </a:cubicBezTo>
                <a:lnTo>
                  <a:pt x="233146" y="5549030"/>
                </a:lnTo>
                <a:cubicBezTo>
                  <a:pt x="104383" y="5549030"/>
                  <a:pt x="0" y="5444647"/>
                  <a:pt x="0" y="5315884"/>
                </a:cubicBezTo>
                <a:lnTo>
                  <a:pt x="0" y="233146"/>
                </a:lnTo>
                <a:cubicBezTo>
                  <a:pt x="0" y="104383"/>
                  <a:pt x="104383" y="0"/>
                  <a:pt x="233146" y="0"/>
                </a:cubicBezTo>
                <a:close/>
              </a:path>
            </a:pathLst>
          </a:custGeom>
          <a:ln w="19050">
            <a:solidFill>
              <a:srgbClr val="FFF654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9D54ED-6100-2AE2-44D3-3FBF40D4B78C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56D976-7CC1-9686-0F06-FCA772F2517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2079E93-C969-E4A2-381C-8137ABD932F6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2FF0FB04-4B68-2831-0DAB-A017CA788FD5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05AC7EB7-BE06-A997-B000-D1F19539BE99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7F98DD0F-340B-9C59-6BBC-A959CEF5845C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50F1D4C6-65C7-7768-EB62-97032AA0C758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6E0D7566-CBD5-5F33-25DB-7EDB4C1B943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F23540EC-3531-E5FB-516B-9FDA9073367A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F28BCF0-AB96-AF0F-7D93-35029978176B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541060A-82E3-D711-496D-66B48945AF33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BE1A0F03-3BD3-2A53-86DF-3C018DDFD99C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01DC482-6C44-D5D1-74E4-48F30614EE08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81DB554-4CD2-5A37-4BDA-DB3B60FB0535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9" name="Полилиния 18">
            <a:extLst>
              <a:ext uri="{FF2B5EF4-FFF2-40B4-BE49-F238E27FC236}">
                <a16:creationId xmlns:a16="http://schemas.microsoft.com/office/drawing/2014/main" id="{B71710D9-5000-80EB-82DA-E4E405F15A03}"/>
              </a:ext>
            </a:extLst>
          </p:cNvPr>
          <p:cNvSpPr/>
          <p:nvPr userDrawn="1"/>
        </p:nvSpPr>
        <p:spPr>
          <a:xfrm>
            <a:off x="6059329" y="300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EB521677-7ACA-798D-B3D7-9DF8F004AA53}"/>
              </a:ext>
            </a:extLst>
          </p:cNvPr>
          <p:cNvSpPr/>
          <p:nvPr userDrawn="1"/>
        </p:nvSpPr>
        <p:spPr>
          <a:xfrm>
            <a:off x="7138785" y="314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1" name="Полилиния 20">
            <a:extLst>
              <a:ext uri="{FF2B5EF4-FFF2-40B4-BE49-F238E27FC236}">
                <a16:creationId xmlns:a16="http://schemas.microsoft.com/office/drawing/2014/main" id="{FC7AE11D-70F3-DE95-59A7-6D153CACC950}"/>
              </a:ext>
            </a:extLst>
          </p:cNvPr>
          <p:cNvSpPr/>
          <p:nvPr userDrawn="1"/>
        </p:nvSpPr>
        <p:spPr>
          <a:xfrm>
            <a:off x="8170896" y="301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B5880652-F6FC-A87D-AF2C-8F0F2CC6DD9C}"/>
              </a:ext>
            </a:extLst>
          </p:cNvPr>
          <p:cNvSpPr/>
          <p:nvPr userDrawn="1"/>
        </p:nvSpPr>
        <p:spPr>
          <a:xfrm rot="5400000">
            <a:off x="9468333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667E032D-27E4-95DC-C30F-D8F574F20267}"/>
              </a:ext>
            </a:extLst>
          </p:cNvPr>
          <p:cNvSpPr/>
          <p:nvPr userDrawn="1"/>
        </p:nvSpPr>
        <p:spPr>
          <a:xfrm rot="5400000">
            <a:off x="9468333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F9686EEA-E1CB-F0BD-3217-CCB166F01077}"/>
              </a:ext>
            </a:extLst>
          </p:cNvPr>
          <p:cNvSpPr/>
          <p:nvPr userDrawn="1"/>
        </p:nvSpPr>
        <p:spPr>
          <a:xfrm>
            <a:off x="10313141" y="302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5" name="Полилиния 44">
            <a:extLst>
              <a:ext uri="{FF2B5EF4-FFF2-40B4-BE49-F238E27FC236}">
                <a16:creationId xmlns:a16="http://schemas.microsoft.com/office/drawing/2014/main" id="{65D007B7-2EC6-8DD0-5DE0-9A7C6F4BC4E6}"/>
              </a:ext>
            </a:extLst>
          </p:cNvPr>
          <p:cNvSpPr/>
          <p:nvPr userDrawn="1"/>
        </p:nvSpPr>
        <p:spPr>
          <a:xfrm rot="5400000">
            <a:off x="6416161" y="1214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6" name="Полилиния 45">
            <a:extLst>
              <a:ext uri="{FF2B5EF4-FFF2-40B4-BE49-F238E27FC236}">
                <a16:creationId xmlns:a16="http://schemas.microsoft.com/office/drawing/2014/main" id="{01637A07-C3CB-115D-07A5-84F103254223}"/>
              </a:ext>
            </a:extLst>
          </p:cNvPr>
          <p:cNvSpPr/>
          <p:nvPr userDrawn="1"/>
        </p:nvSpPr>
        <p:spPr>
          <a:xfrm rot="5400000">
            <a:off x="6416161" y="1666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7" name="Полилиния 46">
            <a:extLst>
              <a:ext uri="{FF2B5EF4-FFF2-40B4-BE49-F238E27FC236}">
                <a16:creationId xmlns:a16="http://schemas.microsoft.com/office/drawing/2014/main" id="{BE1EB756-A5E8-D426-BF57-70326BFCBF52}"/>
              </a:ext>
            </a:extLst>
          </p:cNvPr>
          <p:cNvSpPr/>
          <p:nvPr userDrawn="1"/>
        </p:nvSpPr>
        <p:spPr>
          <a:xfrm>
            <a:off x="7260970" y="1428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B8A825C2-3235-C8A2-4E5C-A2CD7335CE41}"/>
              </a:ext>
            </a:extLst>
          </p:cNvPr>
          <p:cNvSpPr/>
          <p:nvPr userDrawn="1"/>
        </p:nvSpPr>
        <p:spPr>
          <a:xfrm>
            <a:off x="9274499" y="1429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AAA2E5FA-D2D1-6DE0-0FB2-50EEB9146011}"/>
              </a:ext>
            </a:extLst>
          </p:cNvPr>
          <p:cNvSpPr/>
          <p:nvPr userDrawn="1"/>
        </p:nvSpPr>
        <p:spPr>
          <a:xfrm>
            <a:off x="10336066" y="1429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DF8FBF4F-20D4-2A87-C3DF-A623132EDCB0}"/>
              </a:ext>
            </a:extLst>
          </p:cNvPr>
          <p:cNvSpPr/>
          <p:nvPr userDrawn="1"/>
        </p:nvSpPr>
        <p:spPr>
          <a:xfrm>
            <a:off x="11201513" y="1429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7" name="Полилиния 56">
            <a:extLst>
              <a:ext uri="{FF2B5EF4-FFF2-40B4-BE49-F238E27FC236}">
                <a16:creationId xmlns:a16="http://schemas.microsoft.com/office/drawing/2014/main" id="{ED7CDC0A-88AB-9150-78E9-8360286E9BCB}"/>
              </a:ext>
            </a:extLst>
          </p:cNvPr>
          <p:cNvSpPr/>
          <p:nvPr userDrawn="1"/>
        </p:nvSpPr>
        <p:spPr>
          <a:xfrm>
            <a:off x="6125307" y="2551363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8" name="Полилиния 57">
            <a:extLst>
              <a:ext uri="{FF2B5EF4-FFF2-40B4-BE49-F238E27FC236}">
                <a16:creationId xmlns:a16="http://schemas.microsoft.com/office/drawing/2014/main" id="{D1E8AAAD-C779-143D-828B-22B2113D0953}"/>
              </a:ext>
            </a:extLst>
          </p:cNvPr>
          <p:cNvSpPr/>
          <p:nvPr userDrawn="1"/>
        </p:nvSpPr>
        <p:spPr>
          <a:xfrm>
            <a:off x="7204763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9" name="Полилиния 58">
            <a:extLst>
              <a:ext uri="{FF2B5EF4-FFF2-40B4-BE49-F238E27FC236}">
                <a16:creationId xmlns:a16="http://schemas.microsoft.com/office/drawing/2014/main" id="{8FCE0B0E-5D5E-C054-F5DF-0C799D1D2ACD}"/>
              </a:ext>
            </a:extLst>
          </p:cNvPr>
          <p:cNvSpPr/>
          <p:nvPr userDrawn="1"/>
        </p:nvSpPr>
        <p:spPr>
          <a:xfrm>
            <a:off x="8236874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0" name="Полилиния 59">
            <a:extLst>
              <a:ext uri="{FF2B5EF4-FFF2-40B4-BE49-F238E27FC236}">
                <a16:creationId xmlns:a16="http://schemas.microsoft.com/office/drawing/2014/main" id="{BBF42A67-A4AF-C571-0E87-7B690FCF62F4}"/>
              </a:ext>
            </a:extLst>
          </p:cNvPr>
          <p:cNvSpPr/>
          <p:nvPr userDrawn="1"/>
        </p:nvSpPr>
        <p:spPr>
          <a:xfrm rot="5400000">
            <a:off x="9534311" y="233911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18827D43-F7CC-842B-CE52-CE297463F98B}"/>
              </a:ext>
            </a:extLst>
          </p:cNvPr>
          <p:cNvSpPr/>
          <p:nvPr userDrawn="1"/>
        </p:nvSpPr>
        <p:spPr>
          <a:xfrm rot="5400000">
            <a:off x="9534311" y="2790999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AEA31EE0-2696-FF64-5357-40266C8385EE}"/>
              </a:ext>
            </a:extLst>
          </p:cNvPr>
          <p:cNvSpPr/>
          <p:nvPr userDrawn="1"/>
        </p:nvSpPr>
        <p:spPr>
          <a:xfrm>
            <a:off x="10379120" y="255347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9" name="Полилиния 68">
            <a:extLst>
              <a:ext uri="{FF2B5EF4-FFF2-40B4-BE49-F238E27FC236}">
                <a16:creationId xmlns:a16="http://schemas.microsoft.com/office/drawing/2014/main" id="{98539B6A-FAC6-ED68-EA9C-F2AE50E85AFA}"/>
              </a:ext>
            </a:extLst>
          </p:cNvPr>
          <p:cNvSpPr/>
          <p:nvPr userDrawn="1"/>
        </p:nvSpPr>
        <p:spPr>
          <a:xfrm rot="5400000">
            <a:off x="6416161" y="3390462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0" name="Полилиния 69">
            <a:extLst>
              <a:ext uri="{FF2B5EF4-FFF2-40B4-BE49-F238E27FC236}">
                <a16:creationId xmlns:a16="http://schemas.microsoft.com/office/drawing/2014/main" id="{27A83EEE-6701-E5BE-4471-D6708AB28A14}"/>
              </a:ext>
            </a:extLst>
          </p:cNvPr>
          <p:cNvSpPr/>
          <p:nvPr userDrawn="1"/>
        </p:nvSpPr>
        <p:spPr>
          <a:xfrm rot="5400000">
            <a:off x="6416161" y="3842350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1" name="Полилиния 70">
            <a:extLst>
              <a:ext uri="{FF2B5EF4-FFF2-40B4-BE49-F238E27FC236}">
                <a16:creationId xmlns:a16="http://schemas.microsoft.com/office/drawing/2014/main" id="{998F0B30-210B-A885-15A4-9B9A2CC80748}"/>
              </a:ext>
            </a:extLst>
          </p:cNvPr>
          <p:cNvSpPr/>
          <p:nvPr userDrawn="1"/>
        </p:nvSpPr>
        <p:spPr>
          <a:xfrm>
            <a:off x="7260970" y="3604828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2" name="Полилиния 71">
            <a:extLst>
              <a:ext uri="{FF2B5EF4-FFF2-40B4-BE49-F238E27FC236}">
                <a16:creationId xmlns:a16="http://schemas.microsoft.com/office/drawing/2014/main" id="{108740CC-3FD2-F420-F0CC-A88E00F590EF}"/>
              </a:ext>
            </a:extLst>
          </p:cNvPr>
          <p:cNvSpPr/>
          <p:nvPr userDrawn="1"/>
        </p:nvSpPr>
        <p:spPr>
          <a:xfrm>
            <a:off x="9274499" y="3606110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3" name="Полилиния 72">
            <a:extLst>
              <a:ext uri="{FF2B5EF4-FFF2-40B4-BE49-F238E27FC236}">
                <a16:creationId xmlns:a16="http://schemas.microsoft.com/office/drawing/2014/main" id="{1D1FE4B8-F38E-510B-1D7A-26CD8CF9750D}"/>
              </a:ext>
            </a:extLst>
          </p:cNvPr>
          <p:cNvSpPr/>
          <p:nvPr userDrawn="1"/>
        </p:nvSpPr>
        <p:spPr>
          <a:xfrm>
            <a:off x="10336066" y="3606132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4" name="Полилиния 73">
            <a:extLst>
              <a:ext uri="{FF2B5EF4-FFF2-40B4-BE49-F238E27FC236}">
                <a16:creationId xmlns:a16="http://schemas.microsoft.com/office/drawing/2014/main" id="{80B8C87D-5992-1461-154B-33369FDE3496}"/>
              </a:ext>
            </a:extLst>
          </p:cNvPr>
          <p:cNvSpPr/>
          <p:nvPr userDrawn="1"/>
        </p:nvSpPr>
        <p:spPr>
          <a:xfrm>
            <a:off x="11201513" y="3606131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1" name="Полилиния 80">
            <a:extLst>
              <a:ext uri="{FF2B5EF4-FFF2-40B4-BE49-F238E27FC236}">
                <a16:creationId xmlns:a16="http://schemas.microsoft.com/office/drawing/2014/main" id="{63AD56DB-1133-5816-70C7-4D8288DF2CE3}"/>
              </a:ext>
            </a:extLst>
          </p:cNvPr>
          <p:cNvSpPr/>
          <p:nvPr userDrawn="1"/>
        </p:nvSpPr>
        <p:spPr>
          <a:xfrm>
            <a:off x="6059329" y="4618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2" name="Полилиния 81">
            <a:extLst>
              <a:ext uri="{FF2B5EF4-FFF2-40B4-BE49-F238E27FC236}">
                <a16:creationId xmlns:a16="http://schemas.microsoft.com/office/drawing/2014/main" id="{234167F8-112D-922E-DDFF-0E7EE38CD87D}"/>
              </a:ext>
            </a:extLst>
          </p:cNvPr>
          <p:cNvSpPr/>
          <p:nvPr userDrawn="1"/>
        </p:nvSpPr>
        <p:spPr>
          <a:xfrm>
            <a:off x="7138785" y="4632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3" name="Полилиния 82">
            <a:extLst>
              <a:ext uri="{FF2B5EF4-FFF2-40B4-BE49-F238E27FC236}">
                <a16:creationId xmlns:a16="http://schemas.microsoft.com/office/drawing/2014/main" id="{5F70E7A4-9B0D-7FC0-F165-C3F11FEA4AAD}"/>
              </a:ext>
            </a:extLst>
          </p:cNvPr>
          <p:cNvSpPr/>
          <p:nvPr userDrawn="1"/>
        </p:nvSpPr>
        <p:spPr>
          <a:xfrm>
            <a:off x="8170896" y="4619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4" name="Полилиния 83">
            <a:extLst>
              <a:ext uri="{FF2B5EF4-FFF2-40B4-BE49-F238E27FC236}">
                <a16:creationId xmlns:a16="http://schemas.microsoft.com/office/drawing/2014/main" id="{CBA0A953-9D66-C9DF-E869-39B7CF15C8EE}"/>
              </a:ext>
            </a:extLst>
          </p:cNvPr>
          <p:cNvSpPr/>
          <p:nvPr userDrawn="1"/>
        </p:nvSpPr>
        <p:spPr>
          <a:xfrm rot="5400000">
            <a:off x="9468333" y="4406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2F8A2BFF-8199-C49F-32C2-F02A0F36E5D7}"/>
              </a:ext>
            </a:extLst>
          </p:cNvPr>
          <p:cNvSpPr/>
          <p:nvPr userDrawn="1"/>
        </p:nvSpPr>
        <p:spPr>
          <a:xfrm rot="5400000">
            <a:off x="9468333" y="4858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AE035941-6B4D-88F6-6604-BAD90612AA7D}"/>
              </a:ext>
            </a:extLst>
          </p:cNvPr>
          <p:cNvSpPr/>
          <p:nvPr userDrawn="1"/>
        </p:nvSpPr>
        <p:spPr>
          <a:xfrm>
            <a:off x="10313141" y="4620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EFEAF20A-7C93-A9E8-9BA1-25242F8739BE}"/>
              </a:ext>
            </a:extLst>
          </p:cNvPr>
          <p:cNvSpPr/>
          <p:nvPr userDrawn="1"/>
        </p:nvSpPr>
        <p:spPr>
          <a:xfrm rot="5400000">
            <a:off x="6416161" y="5532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4051F98-B824-DA6E-B161-16534E2CDB60}"/>
              </a:ext>
            </a:extLst>
          </p:cNvPr>
          <p:cNvSpPr/>
          <p:nvPr userDrawn="1"/>
        </p:nvSpPr>
        <p:spPr>
          <a:xfrm rot="5400000">
            <a:off x="6416161" y="5984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FE60269F-0694-6311-A4E1-B7B375BBBD2C}"/>
              </a:ext>
            </a:extLst>
          </p:cNvPr>
          <p:cNvSpPr/>
          <p:nvPr userDrawn="1"/>
        </p:nvSpPr>
        <p:spPr>
          <a:xfrm>
            <a:off x="7260970" y="5746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CFDEE74C-4488-0A8E-20A2-6760919CF396}"/>
              </a:ext>
            </a:extLst>
          </p:cNvPr>
          <p:cNvSpPr/>
          <p:nvPr userDrawn="1"/>
        </p:nvSpPr>
        <p:spPr>
          <a:xfrm>
            <a:off x="9274499" y="5747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EFDF8DA6-AB7D-55B6-136B-3FE9E54B517E}"/>
              </a:ext>
            </a:extLst>
          </p:cNvPr>
          <p:cNvSpPr/>
          <p:nvPr userDrawn="1"/>
        </p:nvSpPr>
        <p:spPr>
          <a:xfrm>
            <a:off x="10336066" y="5747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CAE54391-B254-6D7F-CFDE-C3D1C029AA52}"/>
              </a:ext>
            </a:extLst>
          </p:cNvPr>
          <p:cNvSpPr/>
          <p:nvPr userDrawn="1"/>
        </p:nvSpPr>
        <p:spPr>
          <a:xfrm>
            <a:off x="11201513" y="5747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97FED8FB-2EB0-0EA4-FC4E-627BDE29ED9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4" name="Текст 47">
            <a:extLst>
              <a:ext uri="{FF2B5EF4-FFF2-40B4-BE49-F238E27FC236}">
                <a16:creationId xmlns:a16="http://schemas.microsoft.com/office/drawing/2014/main" id="{1BFB37B9-D655-8460-080C-8ECE8BB0EC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70" y="2983550"/>
            <a:ext cx="5864638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5" name="Текст 49">
            <a:extLst>
              <a:ext uri="{FF2B5EF4-FFF2-40B4-BE49-F238E27FC236}">
                <a16:creationId xmlns:a16="http://schemas.microsoft.com/office/drawing/2014/main" id="{3045662F-B4C9-05B0-C43D-FD906561C4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397313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392453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7550" y="3448718"/>
            <a:ext cx="4361039" cy="22254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lvl="0"/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17" name="Текст 49">
            <a:extLst>
              <a:ext uri="{FF2B5EF4-FFF2-40B4-BE49-F238E27FC236}">
                <a16:creationId xmlns:a16="http://schemas.microsoft.com/office/drawing/2014/main" id="{5571E40E-E04B-FA9F-068F-44BCFEB229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4083" y="3448718"/>
            <a:ext cx="4361039" cy="2225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A037DA-9FAF-515A-92C7-E19877702939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A05145-B248-C94C-DC68-7B12E4D5D5ED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513118D-C903-A2FB-4AA2-92B99E8034A5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E26FE57E-5F3A-70FD-024C-5D5363954F8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203755BE-9D0C-5152-C51C-292980F48F8D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B02685DE-BDA2-A180-AAC2-6A6336D91829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3B440F1A-2B1A-0363-DE61-8411E5061A02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FDE4094F-F928-F071-8EDE-5D61EE96D59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20549A1D-AFEA-BFB4-CBEF-DA44D0E3CF1E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DA97E0D-A6F3-4ED7-6F4A-D4835EC2550A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03F2F32-0455-BFBD-5B52-6B8136951CE7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04CF4E74-47F0-5D04-6365-C78E6667D4C0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38266A2-C1C1-F2A0-0C99-88B218EC144E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2F14325-A2F1-946E-4889-E1B6174A17A2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6" name="Текст 47">
            <a:extLst>
              <a:ext uri="{FF2B5EF4-FFF2-40B4-BE49-F238E27FC236}">
                <a16:creationId xmlns:a16="http://schemas.microsoft.com/office/drawing/2014/main" id="{D7B98EE6-1D14-A7E1-223F-07278DB232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18" name="Текст 49">
            <a:extLst>
              <a:ext uri="{FF2B5EF4-FFF2-40B4-BE49-F238E27FC236}">
                <a16:creationId xmlns:a16="http://schemas.microsoft.com/office/drawing/2014/main" id="{E8E5E985-7059-1829-0725-4DF8618F9F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49A614C0-E14F-24D2-0261-44052F7F65A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3792884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01.04.2026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6" r:id="rId14"/>
    <p:sldLayoutId id="214748366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6" y="1452638"/>
            <a:ext cx="11561058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Data Governance &amp; </a:t>
            </a:r>
            <a:r>
              <a:rPr lang="en-US" dirty="0">
                <a:solidFill>
                  <a:srgbClr val="FF0000"/>
                </a:solidFill>
              </a:rPr>
              <a:t>Data Quality</a:t>
            </a:r>
            <a:endParaRPr lang="ru-RS" dirty="0">
              <a:solidFill>
                <a:srgbClr val="FF0000"/>
              </a:solidFill>
            </a:endParaRPr>
          </a:p>
          <a:p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6" y="2189898"/>
            <a:ext cx="7517932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dirty="0"/>
              <a:t>Оформление процедур контроля</a:t>
            </a:r>
            <a:endParaRPr lang="ru-RS" dirty="0"/>
          </a:p>
        </p:txBody>
      </p:sp>
      <p:sp>
        <p:nvSpPr>
          <p:cNvPr id="3" name="Текст 6">
            <a:extLst>
              <a:ext uri="{FF2B5EF4-FFF2-40B4-BE49-F238E27FC236}">
                <a16:creationId xmlns:a16="http://schemas.microsoft.com/office/drawing/2014/main" id="{26084C87-6441-49C2-9768-69B924992F0E}"/>
              </a:ext>
            </a:extLst>
          </p:cNvPr>
          <p:cNvSpPr txBox="1">
            <a:spLocks/>
          </p:cNvSpPr>
          <p:nvPr/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31</a:t>
            </a:r>
            <a:r>
              <a:rPr lang="ru-RS" dirty="0"/>
              <a:t>/0</a:t>
            </a:r>
            <a:r>
              <a:rPr lang="ru-RU" dirty="0"/>
              <a:t>3</a:t>
            </a:r>
            <a:r>
              <a:rPr lang="ru-RS" dirty="0"/>
              <a:t>/202</a:t>
            </a:r>
            <a:r>
              <a:rPr lang="en-US" dirty="0"/>
              <a:t>6</a:t>
            </a:r>
            <a:endParaRPr lang="ru-R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153235F-0046-4C27-9AB7-3F00079C62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455112" y="5473650"/>
            <a:ext cx="845474" cy="897411"/>
          </a:xfrm>
          <a:ln>
            <a:solidFill>
              <a:srgbClr val="FFF654"/>
            </a:solidFill>
          </a:ln>
        </p:spPr>
      </p:pic>
      <p:sp>
        <p:nvSpPr>
          <p:cNvPr id="16" name="Текст 4">
            <a:extLst>
              <a:ext uri="{FF2B5EF4-FFF2-40B4-BE49-F238E27FC236}">
                <a16:creationId xmlns:a16="http://schemas.microsoft.com/office/drawing/2014/main" id="{D31D1DE1-DCFD-439F-BEC0-2225D1494812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Кирсанов</a:t>
            </a:r>
            <a:endParaRPr lang="ru-RS" dirty="0"/>
          </a:p>
        </p:txBody>
      </p:sp>
      <p:sp>
        <p:nvSpPr>
          <p:cNvPr id="17" name="Текст 7">
            <a:extLst>
              <a:ext uri="{FF2B5EF4-FFF2-40B4-BE49-F238E27FC236}">
                <a16:creationId xmlns:a16="http://schemas.microsoft.com/office/drawing/2014/main" id="{57B93BAC-1714-474C-B459-F2F6F8820A04}"/>
              </a:ext>
            </a:extLst>
          </p:cNvPr>
          <p:cNvSpPr txBox="1">
            <a:spLocks/>
          </p:cNvSpPr>
          <p:nvPr/>
        </p:nvSpPr>
        <p:spPr>
          <a:xfrm>
            <a:off x="1542163" y="5923003"/>
            <a:ext cx="4402828" cy="44805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 направления разработки инструментов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цифровых каналов коммуникации</a:t>
            </a:r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6360544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Python </a:t>
            </a:r>
            <a:r>
              <a:rPr lang="ru-RU" dirty="0">
                <a:solidFill>
                  <a:schemeClr val="bg1"/>
                </a:solidFill>
              </a:rPr>
              <a:t>функций</a:t>
            </a:r>
            <a:endParaRPr lang="ru-RS" dirty="0">
              <a:solidFill>
                <a:srgbClr val="EE0F01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4602769-28C7-47BF-8B71-47EE0B4E3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476" y="1109538"/>
            <a:ext cx="4715533" cy="4772691"/>
          </a:xfrm>
          <a:prstGeom prst="rect">
            <a:avLst/>
          </a:prstGeom>
        </p:spPr>
      </p:pic>
      <p:sp>
        <p:nvSpPr>
          <p:cNvPr id="13" name="Текст 4">
            <a:extLst>
              <a:ext uri="{FF2B5EF4-FFF2-40B4-BE49-F238E27FC236}">
                <a16:creationId xmlns:a16="http://schemas.microsoft.com/office/drawing/2014/main" id="{C31CEAB6-7DDC-40C0-A267-7BCE902FDB7B}"/>
              </a:ext>
            </a:extLst>
          </p:cNvPr>
          <p:cNvSpPr txBox="1">
            <a:spLocks/>
          </p:cNvSpPr>
          <p:nvPr/>
        </p:nvSpPr>
        <p:spPr>
          <a:xfrm>
            <a:off x="259085" y="1847236"/>
            <a:ext cx="2631895" cy="9676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# Функция без параметров</a:t>
            </a:r>
            <a:endParaRPr lang="ru-RU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ru-RU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def</a:t>
            </a:r>
            <a:r>
              <a:rPr lang="ru-RU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200" b="1" dirty="0"/>
              <a:t>greet()</a:t>
            </a:r>
            <a:r>
              <a:rPr lang="ru-RU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ru-RU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"""Выводит приветствие"""</a:t>
            </a:r>
          </a:p>
          <a:p>
            <a:r>
              <a:rPr lang="ru-RU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print(</a:t>
            </a:r>
            <a:r>
              <a:rPr lang="ru-RU" sz="1200" b="1" dirty="0"/>
              <a:t>"Привет, мир!"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endParaRPr lang="ru-RU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DC703EB6-6E8B-46AF-8EE0-6B6EEF4760BF}"/>
              </a:ext>
            </a:extLst>
          </p:cNvPr>
          <p:cNvSpPr txBox="1">
            <a:spLocks/>
          </p:cNvSpPr>
          <p:nvPr/>
        </p:nvSpPr>
        <p:spPr>
          <a:xfrm>
            <a:off x="259086" y="2945155"/>
            <a:ext cx="2631895" cy="9676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# Функция с параметрами</a:t>
            </a:r>
            <a:endParaRPr lang="ru-RU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ru-RU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def</a:t>
            </a:r>
            <a:r>
              <a:rPr lang="ru-RU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200" b="1" dirty="0" err="1"/>
              <a:t>greet_name</a:t>
            </a:r>
            <a:r>
              <a:rPr lang="en-US" sz="1200" b="1" dirty="0"/>
              <a:t>(name=</a:t>
            </a:r>
            <a:r>
              <a:rPr lang="ru-RU" sz="1200" b="1" dirty="0"/>
              <a:t> "Петр"</a:t>
            </a:r>
            <a:r>
              <a:rPr lang="en-US" sz="1200" b="1" dirty="0"/>
              <a:t>)</a:t>
            </a:r>
            <a:r>
              <a:rPr lang="ru-RU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ru-RU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"""Приветствует по имени"""</a:t>
            </a:r>
          </a:p>
          <a:p>
            <a:r>
              <a:rPr lang="ru-RU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print(</a:t>
            </a:r>
            <a:r>
              <a:rPr lang="en-US" sz="1200" b="1" dirty="0"/>
              <a:t>f</a:t>
            </a:r>
            <a:r>
              <a:rPr lang="ru-RU" sz="1200" b="1" dirty="0"/>
              <a:t>"Привет, </a:t>
            </a:r>
            <a:r>
              <a:rPr lang="en-US" sz="1200" b="1" dirty="0"/>
              <a:t>{name}</a:t>
            </a:r>
            <a:r>
              <a:rPr lang="ru-RU" sz="1200" b="1" dirty="0"/>
              <a:t>!"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endParaRPr lang="ru-RU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C1967503-F19D-4301-B4B4-E69DA6AABF1C}"/>
              </a:ext>
            </a:extLst>
          </p:cNvPr>
          <p:cNvSpPr txBox="1">
            <a:spLocks/>
          </p:cNvSpPr>
          <p:nvPr/>
        </p:nvSpPr>
        <p:spPr>
          <a:xfrm>
            <a:off x="3608908" y="1847236"/>
            <a:ext cx="1269819" cy="6504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# Вызов</a:t>
            </a:r>
            <a:endParaRPr lang="ru-RU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/>
              <a:t>greet()</a:t>
            </a:r>
            <a:endParaRPr lang="ru-RU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E79F284-8723-4AAE-9F17-31E7D4935CE1}"/>
              </a:ext>
            </a:extLst>
          </p:cNvPr>
          <p:cNvCxnSpPr>
            <a:cxnSpLocks/>
          </p:cNvCxnSpPr>
          <p:nvPr/>
        </p:nvCxnSpPr>
        <p:spPr>
          <a:xfrm>
            <a:off x="332509" y="2743200"/>
            <a:ext cx="5354015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Текст 4">
            <a:extLst>
              <a:ext uri="{FF2B5EF4-FFF2-40B4-BE49-F238E27FC236}">
                <a16:creationId xmlns:a16="http://schemas.microsoft.com/office/drawing/2014/main" id="{C693F780-1D74-4D1D-83B5-CABFD8474099}"/>
              </a:ext>
            </a:extLst>
          </p:cNvPr>
          <p:cNvSpPr txBox="1">
            <a:spLocks/>
          </p:cNvSpPr>
          <p:nvPr/>
        </p:nvSpPr>
        <p:spPr>
          <a:xfrm>
            <a:off x="3608908" y="2945155"/>
            <a:ext cx="1831310" cy="6504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# Вызов</a:t>
            </a:r>
            <a:endParaRPr lang="ru-RU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 err="1"/>
              <a:t>greet_name</a:t>
            </a:r>
            <a:r>
              <a:rPr lang="en-US" sz="1200" b="1" dirty="0"/>
              <a:t>(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"Анна"</a:t>
            </a:r>
            <a:r>
              <a:rPr lang="en-US" sz="1200" b="1" dirty="0"/>
              <a:t>)</a:t>
            </a:r>
            <a:endParaRPr lang="ru-RU" sz="1200" b="1" dirty="0"/>
          </a:p>
          <a:p>
            <a:r>
              <a:rPr lang="en-US" sz="1200" b="1" dirty="0" err="1"/>
              <a:t>greet_name</a:t>
            </a:r>
            <a:r>
              <a:rPr lang="en-US" sz="1200" b="1" dirty="0"/>
              <a:t>()</a:t>
            </a:r>
            <a:endParaRPr lang="ru-RU" sz="1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4568986-83A3-42ED-9227-DBF77A1D5E89}"/>
              </a:ext>
            </a:extLst>
          </p:cNvPr>
          <p:cNvCxnSpPr>
            <a:cxnSpLocks/>
          </p:cNvCxnSpPr>
          <p:nvPr/>
        </p:nvCxnSpPr>
        <p:spPr>
          <a:xfrm>
            <a:off x="332509" y="3912845"/>
            <a:ext cx="5354015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Текст 4">
            <a:extLst>
              <a:ext uri="{FF2B5EF4-FFF2-40B4-BE49-F238E27FC236}">
                <a16:creationId xmlns:a16="http://schemas.microsoft.com/office/drawing/2014/main" id="{6F669D5F-7D75-4F73-AC1C-3B7A016D80FF}"/>
              </a:ext>
            </a:extLst>
          </p:cNvPr>
          <p:cNvSpPr txBox="1">
            <a:spLocks/>
          </p:cNvSpPr>
          <p:nvPr/>
        </p:nvSpPr>
        <p:spPr>
          <a:xfrm>
            <a:off x="259086" y="4043074"/>
            <a:ext cx="3195782" cy="9676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# Функция с возвращаемым значением</a:t>
            </a:r>
            <a:endParaRPr lang="ru-RU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ru-RU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def</a:t>
            </a:r>
            <a:r>
              <a:rPr lang="ru-RU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200" b="1" dirty="0" err="1"/>
              <a:t>add_numbers</a:t>
            </a:r>
            <a:r>
              <a:rPr lang="en-US" sz="1200" b="1" dirty="0"/>
              <a:t>(a, b)</a:t>
            </a:r>
            <a:r>
              <a:rPr lang="ru-RU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ru-RU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"""Складывает два числа"""</a:t>
            </a:r>
          </a:p>
          <a:p>
            <a:r>
              <a:rPr lang="ru-RU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</a:t>
            </a:r>
            <a:r>
              <a:rPr lang="en-US" sz="1200" b="1" dirty="0"/>
              <a:t> a + b</a:t>
            </a:r>
            <a:endParaRPr lang="ru-RU" sz="1200" dirty="0"/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92970F9B-8DA1-4616-84A9-9C5136BEF976}"/>
              </a:ext>
            </a:extLst>
          </p:cNvPr>
          <p:cNvSpPr txBox="1">
            <a:spLocks/>
          </p:cNvSpPr>
          <p:nvPr/>
        </p:nvSpPr>
        <p:spPr>
          <a:xfrm>
            <a:off x="3608907" y="4043074"/>
            <a:ext cx="2246947" cy="6504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# Вызов</a:t>
            </a:r>
            <a:endParaRPr lang="ru-RU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200" b="1" dirty="0"/>
              <a:t>result = </a:t>
            </a:r>
            <a:r>
              <a:rPr lang="en-US" sz="1200" b="1" dirty="0" err="1"/>
              <a:t>add_numbers</a:t>
            </a:r>
            <a:r>
              <a:rPr lang="en-US" sz="1200" b="1" dirty="0"/>
              <a:t>(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5, 3</a:t>
            </a:r>
            <a:r>
              <a:rPr lang="en-US" sz="1200" b="1" dirty="0"/>
              <a:t>)</a:t>
            </a:r>
            <a:endParaRPr lang="ru-RU" sz="1200" b="1" dirty="0"/>
          </a:p>
          <a:p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print(</a:t>
            </a:r>
            <a:r>
              <a:rPr lang="en-US" sz="1200" b="1" dirty="0"/>
              <a:t>result</a:t>
            </a:r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</a:t>
            </a:r>
            <a:endParaRPr lang="ru-RU" sz="1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C7973AAB-E83B-4597-96D4-7B4500182F13}"/>
              </a:ext>
            </a:extLst>
          </p:cNvPr>
          <p:cNvCxnSpPr>
            <a:cxnSpLocks/>
          </p:cNvCxnSpPr>
          <p:nvPr/>
        </p:nvCxnSpPr>
        <p:spPr>
          <a:xfrm>
            <a:off x="332509" y="5010764"/>
            <a:ext cx="5354015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Текст 4">
            <a:extLst>
              <a:ext uri="{FF2B5EF4-FFF2-40B4-BE49-F238E27FC236}">
                <a16:creationId xmlns:a16="http://schemas.microsoft.com/office/drawing/2014/main" id="{9D2356E3-1718-48A4-9DA0-3E3D2420436D}"/>
              </a:ext>
            </a:extLst>
          </p:cNvPr>
          <p:cNvSpPr txBox="1">
            <a:spLocks/>
          </p:cNvSpPr>
          <p:nvPr/>
        </p:nvSpPr>
        <p:spPr>
          <a:xfrm>
            <a:off x="259086" y="5082489"/>
            <a:ext cx="3195782" cy="9676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# Неопределенное число аргументов</a:t>
            </a:r>
            <a:endParaRPr lang="ru-RU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ru-RU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def</a:t>
            </a:r>
            <a:r>
              <a:rPr lang="ru-RU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200" b="1" dirty="0" err="1"/>
              <a:t>sum_all</a:t>
            </a:r>
            <a:r>
              <a:rPr lang="en-US" sz="1200" b="1" dirty="0"/>
              <a:t>(*numbers)</a:t>
            </a:r>
            <a:r>
              <a:rPr lang="ru-RU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ru-RU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"""Суммирует все</a:t>
            </a:r>
          </a:p>
          <a:p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   переданные числа"""</a:t>
            </a:r>
          </a:p>
          <a:p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   </a:t>
            </a:r>
            <a:r>
              <a:rPr lang="en-US" sz="1200" b="1" dirty="0"/>
              <a:t>total = 0</a:t>
            </a:r>
          </a:p>
          <a:p>
            <a:r>
              <a:rPr lang="en-US" sz="1200" b="1" dirty="0"/>
              <a:t>    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</a:t>
            </a:r>
            <a:r>
              <a:rPr lang="en-US" sz="1200" b="1" dirty="0"/>
              <a:t> num 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</a:t>
            </a:r>
            <a:r>
              <a:rPr lang="en-US" sz="1200" b="1" dirty="0"/>
              <a:t> numbers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1200" b="1" dirty="0"/>
              <a:t>        total += num</a:t>
            </a:r>
            <a:endParaRPr lang="ru-RU" sz="1200" b="1" dirty="0"/>
          </a:p>
          <a:p>
            <a:r>
              <a:rPr lang="ru-RU" sz="1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</a:t>
            </a:r>
            <a:r>
              <a:rPr lang="en-US" sz="1200" b="1" dirty="0"/>
              <a:t> total</a:t>
            </a:r>
            <a:endParaRPr lang="ru-RU" sz="1200" dirty="0"/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FA3E92A8-2FBB-4E2F-9F0D-23199A578B0A}"/>
              </a:ext>
            </a:extLst>
          </p:cNvPr>
          <p:cNvSpPr txBox="1">
            <a:spLocks/>
          </p:cNvSpPr>
          <p:nvPr/>
        </p:nvSpPr>
        <p:spPr>
          <a:xfrm>
            <a:off x="3608907" y="5082489"/>
            <a:ext cx="2246947" cy="6504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# Вызов</a:t>
            </a:r>
            <a:endParaRPr lang="ru-RU" sz="1200" b="1" dirty="0"/>
          </a:p>
          <a:p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print(</a:t>
            </a:r>
            <a:r>
              <a:rPr lang="en-US" sz="1200" b="1" dirty="0" err="1"/>
              <a:t>sum_all</a:t>
            </a:r>
            <a:r>
              <a:rPr lang="en-US" sz="1200" b="1" dirty="0"/>
              <a:t>(1,2,3)</a:t>
            </a:r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</a:t>
            </a:r>
          </a:p>
          <a:p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print(</a:t>
            </a:r>
            <a:r>
              <a:rPr lang="en-US" sz="1200" b="1" dirty="0" err="1"/>
              <a:t>sum_all</a:t>
            </a:r>
            <a:r>
              <a:rPr lang="en-US" sz="1200" b="1" dirty="0"/>
              <a:t>(1,2,3,4,5)</a:t>
            </a:r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</a:t>
            </a:r>
            <a:endParaRPr lang="ru-RU" sz="1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endParaRPr lang="ru-RU" sz="12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5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21" grpId="0"/>
      <p:bldP spid="23" grpId="0"/>
      <p:bldP spid="24" grpId="0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7370149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Обработка ошибок </a:t>
            </a:r>
            <a:r>
              <a:rPr lang="ru-RU" dirty="0">
                <a:solidFill>
                  <a:srgbClr val="FF0000"/>
                </a:solidFill>
              </a:rPr>
              <a:t>на </a:t>
            </a:r>
            <a:r>
              <a:rPr lang="en-US" dirty="0">
                <a:solidFill>
                  <a:srgbClr val="FF0000"/>
                </a:solidFill>
              </a:rPr>
              <a:t>python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93B8BB7C-8A77-4E72-B29E-C7EA5B62EF1D}"/>
              </a:ext>
            </a:extLst>
          </p:cNvPr>
          <p:cNvSpPr txBox="1">
            <a:spLocks/>
          </p:cNvSpPr>
          <p:nvPr/>
        </p:nvSpPr>
        <p:spPr>
          <a:xfrm>
            <a:off x="259087" y="1521531"/>
            <a:ext cx="5175889" cy="20840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try</a:t>
            </a:r>
            <a:r>
              <a:rPr lang="ru-RU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ru-RU" sz="1200" b="1" dirty="0"/>
              <a:t>    </a:t>
            </a:r>
            <a:r>
              <a:rPr lang="en-US" sz="1200" b="1" dirty="0"/>
              <a:t>number = int(input(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"Введите число: "</a:t>
            </a:r>
            <a:r>
              <a:rPr lang="en-US" sz="1200" b="1" dirty="0"/>
              <a:t>))</a:t>
            </a:r>
            <a:endParaRPr lang="ru-RU" sz="1200" b="1" dirty="0"/>
          </a:p>
          <a:p>
            <a:r>
              <a:rPr lang="ru-RU" sz="1200" b="1" dirty="0"/>
              <a:t>    </a:t>
            </a:r>
            <a:r>
              <a:rPr lang="en-US" sz="1200" b="1" dirty="0"/>
              <a:t>result = 10 / number</a:t>
            </a:r>
          </a:p>
          <a:p>
            <a:r>
              <a:rPr lang="en-US" sz="1200" b="1" dirty="0"/>
              <a:t>    print(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"Результат: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{result:.2f}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</a:t>
            </a:r>
            <a:r>
              <a:rPr lang="en-US" sz="1200" b="1" dirty="0"/>
              <a:t>)</a:t>
            </a:r>
            <a:endParaRPr lang="ru-RU" sz="1200" b="1" dirty="0"/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except</a:t>
            </a:r>
            <a:r>
              <a:rPr lang="ru-RU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ValueError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1200" b="1" dirty="0"/>
              <a:t>print(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"Нужно ввести число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!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</a:t>
            </a:r>
            <a:r>
              <a:rPr lang="en-US" sz="1200" b="1" dirty="0"/>
              <a:t>)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except</a:t>
            </a:r>
            <a:r>
              <a:rPr lang="ru-RU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ZeroDivisionError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1200" b="1" dirty="0"/>
              <a:t>print(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"Деление на ноль!"</a:t>
            </a:r>
            <a:r>
              <a:rPr lang="en-US" sz="1200" b="1" dirty="0"/>
              <a:t>)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B4437DBC-BC24-495E-BAB4-7A5F387B11EC}"/>
              </a:ext>
            </a:extLst>
          </p:cNvPr>
          <p:cNvCxnSpPr>
            <a:cxnSpLocks/>
          </p:cNvCxnSpPr>
          <p:nvPr/>
        </p:nvCxnSpPr>
        <p:spPr>
          <a:xfrm>
            <a:off x="341745" y="3147089"/>
            <a:ext cx="5354015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4">
            <a:extLst>
              <a:ext uri="{FF2B5EF4-FFF2-40B4-BE49-F238E27FC236}">
                <a16:creationId xmlns:a16="http://schemas.microsoft.com/office/drawing/2014/main" id="{10AC79E2-4406-41BB-B7A8-2CE437688A52}"/>
              </a:ext>
            </a:extLst>
          </p:cNvPr>
          <p:cNvSpPr txBox="1">
            <a:spLocks/>
          </p:cNvSpPr>
          <p:nvPr/>
        </p:nvSpPr>
        <p:spPr>
          <a:xfrm>
            <a:off x="259087" y="3194219"/>
            <a:ext cx="5175889" cy="20840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try</a:t>
            </a:r>
            <a:r>
              <a:rPr lang="ru-RU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1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ru-RU" sz="1200" b="1" dirty="0"/>
              <a:t>    </a:t>
            </a:r>
            <a:r>
              <a:rPr lang="en-US" sz="1200" b="1" dirty="0"/>
              <a:t>x = 1 / 0</a:t>
            </a:r>
            <a:endParaRPr lang="ru-RU" sz="1200" b="1" dirty="0"/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except</a:t>
            </a:r>
            <a:r>
              <a:rPr lang="ru-RU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Exception as e:</a:t>
            </a:r>
          </a:p>
          <a:p>
            <a:r>
              <a:rPr lang="en-US" sz="1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1200" b="1" dirty="0"/>
              <a:t>print(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"Произошла ошибка: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{e}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</a:t>
            </a:r>
            <a:r>
              <a:rPr lang="en-US" sz="1200" b="1" dirty="0"/>
              <a:t>)</a:t>
            </a:r>
          </a:p>
          <a:p>
            <a:r>
              <a:rPr lang="en-US" sz="1200" b="1" dirty="0"/>
              <a:t>    print(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"Тип ошибки: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{type(e).__name__}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"</a:t>
            </a:r>
            <a:r>
              <a:rPr lang="en-US" sz="1200" b="1" dirty="0"/>
              <a:t>)</a:t>
            </a:r>
          </a:p>
          <a:p>
            <a:endParaRPr lang="en-US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B036D1-E482-44E4-A18F-CE4BD315B82D}"/>
              </a:ext>
            </a:extLst>
          </p:cNvPr>
          <p:cNvSpPr txBox="1"/>
          <p:nvPr/>
        </p:nvSpPr>
        <p:spPr>
          <a:xfrm>
            <a:off x="259087" y="441187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try: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conn = sqlite3.connect(</a:t>
            </a:r>
            <a:r>
              <a:rPr lang="en-US" sz="1200" b="1" i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sz="1200" b="1" i="0" dirty="0" err="1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users.db</a:t>
            </a:r>
            <a:r>
              <a:rPr lang="en-US" sz="1200" b="1" i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sz="1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cursor = </a:t>
            </a:r>
            <a:r>
              <a:rPr lang="en-US" sz="12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conn.cursor</a:t>
            </a:r>
            <a:r>
              <a:rPr lang="en-US" sz="1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cursor.execute</a:t>
            </a:r>
            <a:r>
              <a:rPr lang="en-US" sz="1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200" b="1" i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"INSERT INTO users(name) VALUES (?)"</a:t>
            </a:r>
            <a:r>
              <a:rPr lang="en-US" sz="1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(</a:t>
            </a:r>
            <a:r>
              <a:rPr lang="en-US" sz="1200" b="1" i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"Alice"</a:t>
            </a:r>
            <a:r>
              <a:rPr lang="en-US" sz="1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,))</a:t>
            </a:r>
          </a:p>
          <a:p>
            <a:r>
              <a:rPr lang="en-US" sz="12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except sqlite3.Error: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conn.rollback</a:t>
            </a:r>
            <a:r>
              <a:rPr lang="en-US" sz="1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print(</a:t>
            </a:r>
            <a:r>
              <a:rPr lang="en-US" sz="1200" b="1" i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ru-RU" sz="1200" b="1" i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Ошибка при записи в БД"</a:t>
            </a:r>
            <a:r>
              <a:rPr lang="ru-RU" sz="1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200" b="1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else: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conn.commit</a:t>
            </a:r>
            <a:r>
              <a:rPr lang="en-US" sz="1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print(</a:t>
            </a:r>
            <a:r>
              <a:rPr lang="en-US" sz="1200" b="1" i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ru-RU" sz="1200" b="1" i="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Данные успешно сохранены"</a:t>
            </a:r>
            <a:r>
              <a:rPr lang="ru-RU" sz="1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200" b="1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finally:</a:t>
            </a:r>
          </a:p>
          <a:p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conn.close</a:t>
            </a:r>
            <a:r>
              <a:rPr lang="en-US" sz="1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2B98B8F3-A29E-46F9-A773-F1BA18E3DBD9}"/>
              </a:ext>
            </a:extLst>
          </p:cNvPr>
          <p:cNvCxnSpPr>
            <a:cxnSpLocks/>
          </p:cNvCxnSpPr>
          <p:nvPr/>
        </p:nvCxnSpPr>
        <p:spPr>
          <a:xfrm>
            <a:off x="341745" y="4333962"/>
            <a:ext cx="5354015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C11E4BA-942C-4266-A816-A21F09833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122" y="1041902"/>
            <a:ext cx="2575625" cy="477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1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BD2DED2D-2C86-410E-A1AE-2DF2B60C379C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Подключение к БД </a:t>
            </a:r>
            <a:r>
              <a:rPr lang="ru-RU" dirty="0">
                <a:solidFill>
                  <a:srgbClr val="FF0000"/>
                </a:solidFill>
              </a:rPr>
              <a:t>на </a:t>
            </a:r>
            <a:r>
              <a:rPr lang="en-US" dirty="0">
                <a:solidFill>
                  <a:srgbClr val="FF0000"/>
                </a:solidFill>
              </a:rPr>
              <a:t>python</a:t>
            </a:r>
            <a:endParaRPr lang="ru-RS" dirty="0">
              <a:solidFill>
                <a:srgbClr val="FF0000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37E5873-C27D-4788-BDF4-FB9BC21CC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842" y="1066066"/>
            <a:ext cx="3944003" cy="4604021"/>
          </a:xfrm>
          <a:prstGeom prst="rect">
            <a:avLst/>
          </a:prstGeom>
        </p:spPr>
      </p:pic>
      <p:sp>
        <p:nvSpPr>
          <p:cNvPr id="9" name="Текст 4">
            <a:extLst>
              <a:ext uri="{FF2B5EF4-FFF2-40B4-BE49-F238E27FC236}">
                <a16:creationId xmlns:a16="http://schemas.microsoft.com/office/drawing/2014/main" id="{EBFEAA2F-CC4B-4F4B-93E8-3A1923E86785}"/>
              </a:ext>
            </a:extLst>
          </p:cNvPr>
          <p:cNvSpPr txBox="1">
            <a:spLocks/>
          </p:cNvSpPr>
          <p:nvPr/>
        </p:nvSpPr>
        <p:spPr>
          <a:xfrm>
            <a:off x="260669" y="1801446"/>
            <a:ext cx="6022900" cy="1305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>
                <a:solidFill>
                  <a:srgbClr val="FF0000"/>
                </a:solidFill>
              </a:rPr>
              <a:t>postgreSQL</a:t>
            </a:r>
            <a:endParaRPr lang="ru-RU" dirty="0"/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4C3EA56E-7435-45C9-821F-5E98C5933B2E}"/>
              </a:ext>
            </a:extLst>
          </p:cNvPr>
          <p:cNvSpPr txBox="1">
            <a:spLocks/>
          </p:cNvSpPr>
          <p:nvPr/>
        </p:nvSpPr>
        <p:spPr>
          <a:xfrm>
            <a:off x="260669" y="4076470"/>
            <a:ext cx="6022900" cy="4793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>
                <a:solidFill>
                  <a:srgbClr val="FF0000"/>
                </a:solidFill>
              </a:rPr>
              <a:t>clickhouse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C5BB93-BFE7-4D39-929A-614CB59D3D93}"/>
              </a:ext>
            </a:extLst>
          </p:cNvPr>
          <p:cNvSpPr txBox="1"/>
          <p:nvPr/>
        </p:nvSpPr>
        <p:spPr>
          <a:xfrm>
            <a:off x="639162" y="2151529"/>
            <a:ext cx="79421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import</a:t>
            </a:r>
            <a:r>
              <a:rPr lang="ru-RU" sz="1200" b="1" dirty="0">
                <a:solidFill>
                  <a:schemeClr val="bg1"/>
                </a:solidFill>
              </a:rPr>
              <a:t> 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psycopg2</a:t>
            </a:r>
          </a:p>
          <a:p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def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pg_connect</a:t>
            </a:r>
            <a:r>
              <a:rPr lang="en-US" sz="1200" b="1" dirty="0">
                <a:solidFill>
                  <a:schemeClr val="bg1"/>
                </a:solidFill>
              </a:rPr>
              <a:t>(host, </a:t>
            </a:r>
            <a:r>
              <a:rPr lang="en-US" sz="1200" b="1" dirty="0" err="1">
                <a:solidFill>
                  <a:schemeClr val="bg1"/>
                </a:solidFill>
              </a:rPr>
              <a:t>db</a:t>
            </a:r>
            <a:r>
              <a:rPr lang="en-US" sz="1200" b="1" dirty="0">
                <a:solidFill>
                  <a:schemeClr val="bg1"/>
                </a:solidFill>
              </a:rPr>
              <a:t>, login, password):</a:t>
            </a:r>
            <a:endParaRPr lang="ru-RU" sz="1200" b="1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    </a:t>
            </a:r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return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psycopg2.connect(database</a:t>
            </a:r>
            <a:r>
              <a:rPr lang="en-US" sz="1200" b="1" dirty="0">
                <a:solidFill>
                  <a:schemeClr val="bg1"/>
                </a:solidFill>
              </a:rPr>
              <a:t>=</a:t>
            </a:r>
            <a:r>
              <a:rPr lang="en-US" sz="1200" b="1" dirty="0" err="1">
                <a:solidFill>
                  <a:schemeClr val="bg1"/>
                </a:solidFill>
              </a:rPr>
              <a:t>db</a:t>
            </a:r>
            <a:r>
              <a:rPr lang="en-US" sz="1200" b="1" dirty="0">
                <a:solidFill>
                  <a:schemeClr val="bg1"/>
                </a:solidFill>
              </a:rPr>
              <a:t>,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user</a:t>
            </a:r>
            <a:r>
              <a:rPr lang="en-US" sz="1200" b="1" dirty="0">
                <a:solidFill>
                  <a:schemeClr val="bg1"/>
                </a:solidFill>
              </a:rPr>
              <a:t>=login,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password</a:t>
            </a:r>
            <a:r>
              <a:rPr lang="en-US" sz="1200" b="1" dirty="0">
                <a:solidFill>
                  <a:schemeClr val="bg1"/>
                </a:solidFill>
              </a:rPr>
              <a:t>=password,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port</a:t>
            </a:r>
            <a:r>
              <a:rPr lang="en-US" sz="1200" b="1" dirty="0">
                <a:solidFill>
                  <a:schemeClr val="bg1"/>
                </a:solidFill>
              </a:rPr>
              <a:t>=&lt;</a:t>
            </a:r>
            <a:r>
              <a:rPr lang="ru-RU" sz="1200" b="1" dirty="0">
                <a:solidFill>
                  <a:schemeClr val="bg1"/>
                </a:solidFill>
              </a:rPr>
              <a:t>порт</a:t>
            </a:r>
            <a:r>
              <a:rPr lang="en-US" sz="1200" b="1" dirty="0">
                <a:solidFill>
                  <a:schemeClr val="bg1"/>
                </a:solidFill>
              </a:rPr>
              <a:t>&gt;,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host</a:t>
            </a:r>
            <a:r>
              <a:rPr lang="en-US" sz="1200" b="1" dirty="0">
                <a:solidFill>
                  <a:schemeClr val="bg1"/>
                </a:solidFill>
              </a:rPr>
              <a:t>=host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)</a:t>
            </a:r>
            <a:endParaRPr lang="ru-RU" sz="1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endParaRPr lang="ru-RU" sz="1200" b="1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with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pg_connect</a:t>
            </a:r>
            <a:r>
              <a:rPr lang="en-US" sz="1200" b="1" dirty="0">
                <a:solidFill>
                  <a:schemeClr val="bg1"/>
                </a:solidFill>
              </a:rPr>
              <a:t>(&lt;</a:t>
            </a:r>
            <a:r>
              <a:rPr lang="ru-RU" sz="1200" b="1" dirty="0">
                <a:solidFill>
                  <a:schemeClr val="bg1"/>
                </a:solidFill>
              </a:rPr>
              <a:t>хост</a:t>
            </a:r>
            <a:r>
              <a:rPr lang="en-US" sz="1200" b="1" dirty="0">
                <a:solidFill>
                  <a:schemeClr val="bg1"/>
                </a:solidFill>
              </a:rPr>
              <a:t>&gt;, &lt;</a:t>
            </a:r>
            <a:r>
              <a:rPr lang="ru-RU" sz="1200" b="1" dirty="0">
                <a:solidFill>
                  <a:schemeClr val="bg1"/>
                </a:solidFill>
              </a:rPr>
              <a:t>имя БД</a:t>
            </a:r>
            <a:r>
              <a:rPr lang="en-US" sz="1200" b="1" dirty="0">
                <a:solidFill>
                  <a:schemeClr val="bg1"/>
                </a:solidFill>
              </a:rPr>
              <a:t>&gt;, &lt;</a:t>
            </a:r>
            <a:r>
              <a:rPr lang="ru-RU" sz="1200" b="1" dirty="0">
                <a:solidFill>
                  <a:schemeClr val="bg1"/>
                </a:solidFill>
              </a:rPr>
              <a:t>логин</a:t>
            </a:r>
            <a:r>
              <a:rPr lang="en-US" sz="1200" b="1" dirty="0">
                <a:solidFill>
                  <a:schemeClr val="bg1"/>
                </a:solidFill>
              </a:rPr>
              <a:t>&gt;, &lt;</a:t>
            </a:r>
            <a:r>
              <a:rPr lang="ru-RU" sz="1200" b="1" dirty="0">
                <a:solidFill>
                  <a:schemeClr val="bg1"/>
                </a:solidFill>
              </a:rPr>
              <a:t>пароль</a:t>
            </a:r>
            <a:r>
              <a:rPr lang="en-US" sz="1200" b="1" dirty="0">
                <a:solidFill>
                  <a:schemeClr val="bg1"/>
                </a:solidFill>
              </a:rPr>
              <a:t>&gt;) </a:t>
            </a:r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con_gp</a:t>
            </a:r>
            <a:r>
              <a:rPr lang="en-US" sz="1200" b="1" dirty="0">
                <a:solidFill>
                  <a:schemeClr val="bg1"/>
                </a:solidFill>
              </a:rPr>
              <a:t>:</a:t>
            </a:r>
            <a:endParaRPr lang="ru-RU" sz="1200" b="1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    </a:t>
            </a:r>
            <a:r>
              <a:rPr lang="en-US" sz="1200" b="1" dirty="0" err="1">
                <a:solidFill>
                  <a:schemeClr val="bg1"/>
                </a:solidFill>
              </a:rPr>
              <a:t>con_gp.autocommit</a:t>
            </a:r>
            <a:r>
              <a:rPr lang="en-US" sz="1200" b="1" dirty="0">
                <a:solidFill>
                  <a:schemeClr val="bg1"/>
                </a:solidFill>
              </a:rPr>
              <a:t> = True</a:t>
            </a:r>
            <a:endParaRPr lang="ru-RU" sz="1200" b="1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    </a:t>
            </a:r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with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con_gp.cursor</a:t>
            </a:r>
            <a:r>
              <a:rPr lang="en-US" sz="1200" b="1" dirty="0">
                <a:solidFill>
                  <a:schemeClr val="bg1"/>
                </a:solidFill>
              </a:rPr>
              <a:t>() </a:t>
            </a:r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</a:t>
            </a:r>
            <a:r>
              <a:rPr lang="en-US" sz="1200" b="1" dirty="0">
                <a:solidFill>
                  <a:schemeClr val="bg1"/>
                </a:solidFill>
              </a:rPr>
              <a:t> cursor:</a:t>
            </a:r>
            <a:endParaRPr lang="ru-RU" sz="1200" b="1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        </a:t>
            </a:r>
            <a:r>
              <a:rPr lang="en-US" sz="1200" b="1" dirty="0" err="1">
                <a:solidFill>
                  <a:schemeClr val="bg1"/>
                </a:solidFill>
              </a:rPr>
              <a:t>cursor.execute</a:t>
            </a:r>
            <a:r>
              <a:rPr lang="en-US" sz="1200" b="1" dirty="0">
                <a:solidFill>
                  <a:schemeClr val="bg1"/>
                </a:solidFill>
              </a:rPr>
              <a:t>(&lt;</a:t>
            </a:r>
            <a:r>
              <a:rPr lang="ru-RU" sz="1200" b="1" dirty="0">
                <a:solidFill>
                  <a:schemeClr val="bg1"/>
                </a:solidFill>
              </a:rPr>
              <a:t>запрос</a:t>
            </a:r>
            <a:r>
              <a:rPr lang="en-US" sz="1200" b="1" dirty="0">
                <a:solidFill>
                  <a:schemeClr val="bg1"/>
                </a:solidFill>
              </a:rPr>
              <a:t>&gt;)</a:t>
            </a:r>
            <a:endParaRPr lang="ru-RU" sz="1200" b="1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        </a:t>
            </a:r>
            <a:r>
              <a:rPr lang="en-US" sz="1200" b="1" dirty="0">
                <a:solidFill>
                  <a:schemeClr val="bg1"/>
                </a:solidFill>
              </a:rPr>
              <a:t>df = </a:t>
            </a:r>
            <a:r>
              <a:rPr lang="en-US" sz="1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pd.DataFrame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(data</a:t>
            </a:r>
            <a:r>
              <a:rPr lang="en-US" sz="1200" b="1" dirty="0">
                <a:solidFill>
                  <a:schemeClr val="bg1"/>
                </a:solidFill>
              </a:rPr>
              <a:t>=</a:t>
            </a:r>
            <a:r>
              <a:rPr lang="en-US" sz="1200" b="1" dirty="0" err="1">
                <a:solidFill>
                  <a:schemeClr val="bg1"/>
                </a:solidFill>
              </a:rPr>
              <a:t>cursor.fetchall</a:t>
            </a:r>
            <a:r>
              <a:rPr lang="en-US" sz="1200" b="1" dirty="0">
                <a:solidFill>
                  <a:schemeClr val="bg1"/>
                </a:solidFill>
              </a:rPr>
              <a:t>(),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columns</a:t>
            </a:r>
            <a:r>
              <a:rPr lang="en-US" sz="1200" b="1" dirty="0">
                <a:solidFill>
                  <a:schemeClr val="bg1"/>
                </a:solidFill>
              </a:rPr>
              <a:t>=&lt;</a:t>
            </a:r>
            <a:r>
              <a:rPr lang="ru-RU" sz="1200" b="1" dirty="0">
                <a:solidFill>
                  <a:schemeClr val="bg1"/>
                </a:solidFill>
              </a:rPr>
              <a:t>список колонок</a:t>
            </a:r>
            <a:r>
              <a:rPr lang="en-US" sz="1200" b="1" dirty="0">
                <a:solidFill>
                  <a:schemeClr val="bg1"/>
                </a:solidFill>
              </a:rPr>
              <a:t>&gt;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)</a:t>
            </a:r>
            <a:endParaRPr lang="ru-RU" sz="1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C267FE-D386-47E3-8F17-FF09BC478FE8}"/>
              </a:ext>
            </a:extLst>
          </p:cNvPr>
          <p:cNvSpPr txBox="1"/>
          <p:nvPr/>
        </p:nvSpPr>
        <p:spPr>
          <a:xfrm>
            <a:off x="639161" y="4426553"/>
            <a:ext cx="6379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from</a:t>
            </a:r>
            <a:r>
              <a:rPr lang="ru-RU" sz="1200" b="1" dirty="0">
                <a:solidFill>
                  <a:schemeClr val="bg1"/>
                </a:solidFill>
              </a:rPr>
              <a:t> </a:t>
            </a:r>
            <a:r>
              <a:rPr lang="ru-RU" sz="1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clickhouse_driver.client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ru-RU" sz="1200" b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import</a:t>
            </a:r>
            <a:r>
              <a:rPr lang="ru-RU" sz="1200" b="1" dirty="0">
                <a:solidFill>
                  <a:schemeClr val="bg1"/>
                </a:solidFill>
              </a:rPr>
              <a:t> </a:t>
            </a:r>
            <a:r>
              <a:rPr lang="ru-RU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Client</a:t>
            </a:r>
          </a:p>
          <a:p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def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ch_connect</a:t>
            </a:r>
            <a:r>
              <a:rPr lang="en-US" sz="1200" b="1" dirty="0">
                <a:solidFill>
                  <a:schemeClr val="bg1"/>
                </a:solidFill>
              </a:rPr>
              <a:t>(host, user, password, database, port=&lt;</a:t>
            </a:r>
            <a:r>
              <a:rPr lang="ru-RU" sz="1200" b="1" dirty="0">
                <a:solidFill>
                  <a:schemeClr val="bg1"/>
                </a:solidFill>
              </a:rPr>
              <a:t>порт</a:t>
            </a:r>
            <a:r>
              <a:rPr lang="en-US" sz="1200" b="1" dirty="0">
                <a:solidFill>
                  <a:schemeClr val="bg1"/>
                </a:solidFill>
              </a:rPr>
              <a:t>&gt;):</a:t>
            </a:r>
            <a:endParaRPr lang="ru-RU" sz="1200" b="1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    </a:t>
            </a:r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return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Client(</a:t>
            </a:r>
            <a:endParaRPr lang="ru-RU" sz="1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       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host</a:t>
            </a:r>
            <a:r>
              <a:rPr lang="en-US" sz="1200" b="1" dirty="0">
                <a:solidFill>
                  <a:schemeClr val="bg1"/>
                </a:solidFill>
              </a:rPr>
              <a:t>=host,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user</a:t>
            </a:r>
            <a:r>
              <a:rPr lang="en-US" sz="1200" b="1" dirty="0">
                <a:solidFill>
                  <a:schemeClr val="bg1"/>
                </a:solidFill>
              </a:rPr>
              <a:t>=user,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password</a:t>
            </a:r>
            <a:r>
              <a:rPr lang="en-US" sz="1200" b="1" dirty="0">
                <a:solidFill>
                  <a:schemeClr val="bg1"/>
                </a:solidFill>
              </a:rPr>
              <a:t>=password,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database</a:t>
            </a:r>
            <a:r>
              <a:rPr lang="en-US" sz="1200" b="1" dirty="0">
                <a:solidFill>
                  <a:schemeClr val="bg1"/>
                </a:solidFill>
              </a:rPr>
              <a:t>=database,</a:t>
            </a:r>
            <a:endParaRPr lang="ru-RU" sz="1200" b="1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       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port</a:t>
            </a:r>
            <a:r>
              <a:rPr lang="en-US" sz="1200" b="1" dirty="0">
                <a:solidFill>
                  <a:schemeClr val="bg1"/>
                </a:solidFill>
              </a:rPr>
              <a:t>=port,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settings</a:t>
            </a:r>
            <a:r>
              <a:rPr lang="en-US" sz="1200" b="1" dirty="0">
                <a:solidFill>
                  <a:schemeClr val="bg1"/>
                </a:solidFill>
              </a:rPr>
              <a:t>={'</a:t>
            </a:r>
            <a:r>
              <a:rPr lang="en-US" sz="1200" b="1" dirty="0" err="1">
                <a:solidFill>
                  <a:schemeClr val="bg1"/>
                </a:solidFill>
              </a:rPr>
              <a:t>use_numpy</a:t>
            </a:r>
            <a:r>
              <a:rPr lang="en-US" sz="1200" b="1" dirty="0">
                <a:solidFill>
                  <a:schemeClr val="bg1"/>
                </a:solidFill>
              </a:rPr>
              <a:t>': True}</a:t>
            </a:r>
            <a:endParaRPr lang="ru-RU" sz="1200" b="1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   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)</a:t>
            </a:r>
            <a:endParaRPr lang="ru-RU" sz="1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endParaRPr lang="ru-RU" sz="1200" b="1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with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ch_connect</a:t>
            </a:r>
            <a:r>
              <a:rPr lang="en-US" sz="1200" b="1" dirty="0">
                <a:solidFill>
                  <a:schemeClr val="bg1"/>
                </a:solidFill>
              </a:rPr>
              <a:t>(&lt;</a:t>
            </a:r>
            <a:r>
              <a:rPr lang="ru-RU" sz="1200" b="1" dirty="0">
                <a:solidFill>
                  <a:schemeClr val="bg1"/>
                </a:solidFill>
              </a:rPr>
              <a:t>хост</a:t>
            </a:r>
            <a:r>
              <a:rPr lang="en-US" sz="1200" b="1" dirty="0">
                <a:solidFill>
                  <a:schemeClr val="bg1"/>
                </a:solidFill>
              </a:rPr>
              <a:t>&gt;, &lt;</a:t>
            </a:r>
            <a:r>
              <a:rPr lang="ru-RU" sz="1200" b="1" dirty="0">
                <a:solidFill>
                  <a:schemeClr val="bg1"/>
                </a:solidFill>
              </a:rPr>
              <a:t>логин</a:t>
            </a:r>
            <a:r>
              <a:rPr lang="en-US" sz="1200" b="1" dirty="0">
                <a:solidFill>
                  <a:schemeClr val="bg1"/>
                </a:solidFill>
              </a:rPr>
              <a:t>&gt;, &lt;</a:t>
            </a:r>
            <a:r>
              <a:rPr lang="ru-RU" sz="1200" b="1" dirty="0">
                <a:solidFill>
                  <a:schemeClr val="bg1"/>
                </a:solidFill>
              </a:rPr>
              <a:t>пароль</a:t>
            </a:r>
            <a:r>
              <a:rPr lang="en-US" sz="1200" b="1" dirty="0">
                <a:solidFill>
                  <a:schemeClr val="bg1"/>
                </a:solidFill>
              </a:rPr>
              <a:t>&gt;, &lt;</a:t>
            </a:r>
            <a:r>
              <a:rPr lang="ru-RU" sz="1200" b="1" dirty="0">
                <a:solidFill>
                  <a:schemeClr val="bg1"/>
                </a:solidFill>
              </a:rPr>
              <a:t>имя БД</a:t>
            </a:r>
            <a:r>
              <a:rPr lang="en-US" sz="1200" b="1" dirty="0">
                <a:solidFill>
                  <a:schemeClr val="bg1"/>
                </a:solidFill>
              </a:rPr>
              <a:t>&gt;) </a:t>
            </a:r>
            <a:r>
              <a:rPr lang="en-US" sz="1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</a:t>
            </a: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bg1"/>
                </a:solidFill>
              </a:rPr>
              <a:t>con_ch</a:t>
            </a:r>
            <a:r>
              <a:rPr lang="en-US" sz="1200" b="1" dirty="0">
                <a:solidFill>
                  <a:schemeClr val="bg1"/>
                </a:solidFill>
              </a:rPr>
              <a:t>:</a:t>
            </a:r>
            <a:endParaRPr lang="ru-RU" sz="1200" b="1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    </a:t>
            </a:r>
            <a:r>
              <a:rPr lang="en-US" sz="1200" b="1" dirty="0">
                <a:solidFill>
                  <a:schemeClr val="bg1"/>
                </a:solidFill>
              </a:rPr>
              <a:t>res = </a:t>
            </a:r>
            <a:r>
              <a:rPr lang="en-US" sz="1200" b="1" dirty="0" err="1">
                <a:solidFill>
                  <a:schemeClr val="bg1"/>
                </a:solidFill>
              </a:rPr>
              <a:t>con_ch.execute</a:t>
            </a:r>
            <a:r>
              <a:rPr lang="en-US" sz="1200" b="1" dirty="0">
                <a:solidFill>
                  <a:schemeClr val="bg1"/>
                </a:solidFill>
              </a:rPr>
              <a:t>(&lt;</a:t>
            </a:r>
            <a:r>
              <a:rPr lang="ru-RU" sz="1200" b="1" dirty="0">
                <a:solidFill>
                  <a:schemeClr val="bg1"/>
                </a:solidFill>
              </a:rPr>
              <a:t>запрос</a:t>
            </a:r>
            <a:r>
              <a:rPr lang="en-US" sz="1200" b="1" dirty="0">
                <a:solidFill>
                  <a:schemeClr val="bg1"/>
                </a:solidFill>
              </a:rPr>
              <a:t>&gt;)</a:t>
            </a:r>
            <a:endParaRPr lang="ru-RU" sz="1200" b="1" dirty="0">
              <a:solidFill>
                <a:schemeClr val="bg1"/>
              </a:solidFill>
            </a:endParaRPr>
          </a:p>
          <a:p>
            <a:r>
              <a:rPr lang="ru-RU" sz="1200" b="1" dirty="0">
                <a:solidFill>
                  <a:schemeClr val="bg1"/>
                </a:solidFill>
              </a:rPr>
              <a:t>    </a:t>
            </a:r>
            <a:r>
              <a:rPr lang="en-US" sz="1200" b="1" dirty="0">
                <a:solidFill>
                  <a:schemeClr val="bg1"/>
                </a:solidFill>
              </a:rPr>
              <a:t>df</a:t>
            </a:r>
            <a:r>
              <a:rPr lang="ru-RU" sz="1200" b="1" dirty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=</a:t>
            </a:r>
            <a:r>
              <a:rPr lang="ru-RU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pd.DataFrame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(data</a:t>
            </a:r>
            <a:r>
              <a:rPr lang="en-US" sz="1200" b="1" dirty="0">
                <a:solidFill>
                  <a:schemeClr val="bg1"/>
                </a:solidFill>
              </a:rPr>
              <a:t>=res, 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columns</a:t>
            </a:r>
            <a:r>
              <a:rPr lang="en-US" sz="1200" b="1" dirty="0">
                <a:solidFill>
                  <a:schemeClr val="bg1"/>
                </a:solidFill>
              </a:rPr>
              <a:t>=&lt;</a:t>
            </a:r>
            <a:r>
              <a:rPr lang="ru-RU" sz="1200" b="1" dirty="0">
                <a:solidFill>
                  <a:schemeClr val="bg1"/>
                </a:solidFill>
              </a:rPr>
              <a:t>список колонок</a:t>
            </a:r>
            <a:r>
              <a:rPr lang="en-US" sz="1200" b="1" dirty="0">
                <a:solidFill>
                  <a:schemeClr val="bg1"/>
                </a:solidFill>
              </a:rPr>
              <a:t>&gt;</a:t>
            </a:r>
            <a:r>
              <a:rPr lang="en-US" sz="1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)</a:t>
            </a:r>
            <a:endParaRPr lang="ru-RU" sz="1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33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1"/>
            <a:ext cx="11559856" cy="466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Создание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функций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pl/</a:t>
            </a:r>
            <a:r>
              <a:rPr lang="en-US" dirty="0" err="1">
                <a:solidFill>
                  <a:srgbClr val="FF0000"/>
                </a:solidFill>
              </a:rPr>
              <a:t>pgSQL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2D4BE3D-30E4-44F9-A290-E9BFFD82005D}"/>
              </a:ext>
            </a:extLst>
          </p:cNvPr>
          <p:cNvSpPr txBox="1">
            <a:spLocks/>
          </p:cNvSpPr>
          <p:nvPr/>
        </p:nvSpPr>
        <p:spPr>
          <a:xfrm>
            <a:off x="371475" y="2483141"/>
            <a:ext cx="10316099" cy="4237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S" dirty="0"/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03DD3B-A69E-470C-A367-7E78031DA499}"/>
              </a:ext>
            </a:extLst>
          </p:cNvPr>
          <p:cNvSpPr txBox="1">
            <a:spLocks/>
          </p:cNvSpPr>
          <p:nvPr/>
        </p:nvSpPr>
        <p:spPr>
          <a:xfrm>
            <a:off x="371475" y="1798869"/>
            <a:ext cx="5114925" cy="3474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>
                <a:solidFill>
                  <a:srgbClr val="FFC000"/>
                </a:solidFill>
              </a:rPr>
              <a:t>-- Синтаксис</a:t>
            </a:r>
          </a:p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CREATE OR REPLACE FUNCTION </a:t>
            </a:r>
            <a:r>
              <a:rPr lang="ru-RU" sz="1400" b="1" dirty="0" err="1"/>
              <a:t>имя_функции</a:t>
            </a:r>
            <a:r>
              <a:rPr lang="ru-RU" sz="1400" b="1" dirty="0"/>
              <a:t>(параметры)</a:t>
            </a:r>
          </a:p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RETURNS</a:t>
            </a:r>
            <a:r>
              <a:rPr lang="en-US" sz="1400" b="1" dirty="0"/>
              <a:t> </a:t>
            </a:r>
            <a:r>
              <a:rPr lang="ru-RU" sz="1400" b="1" dirty="0" err="1"/>
              <a:t>тип_возвращаемого_значения</a:t>
            </a:r>
            <a:r>
              <a:rPr lang="ru-RU" sz="1400" b="1" dirty="0"/>
              <a:t> </a:t>
            </a:r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 $$</a:t>
            </a:r>
          </a:p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DECLARE</a:t>
            </a:r>
          </a:p>
          <a:p>
            <a:r>
              <a:rPr lang="en-US" sz="1400" b="1" dirty="0"/>
              <a:t>    -- </a:t>
            </a:r>
            <a:r>
              <a:rPr lang="ru-RU" sz="1400" b="1" dirty="0"/>
              <a:t>объявление переменных</a:t>
            </a:r>
          </a:p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BEGIN</a:t>
            </a:r>
          </a:p>
          <a:p>
            <a:r>
              <a:rPr lang="en-US" sz="1400" b="1" dirty="0"/>
              <a:t>    -- </a:t>
            </a:r>
            <a:r>
              <a:rPr lang="ru-RU" sz="1400" b="1" dirty="0"/>
              <a:t>тело функции</a:t>
            </a:r>
          </a:p>
          <a:p>
            <a:r>
              <a:rPr lang="ru-RU" sz="1400" b="1" dirty="0"/>
              <a:t>    </a:t>
            </a:r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RETURN</a:t>
            </a:r>
            <a:r>
              <a:rPr lang="en-US" sz="1400" b="1" dirty="0"/>
              <a:t> </a:t>
            </a:r>
            <a:r>
              <a:rPr lang="ru-RU" sz="1400" b="1" dirty="0"/>
              <a:t>значение;</a:t>
            </a:r>
          </a:p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END</a:t>
            </a:r>
            <a:r>
              <a:rPr lang="en-US" sz="1400" b="1" dirty="0"/>
              <a:t>;</a:t>
            </a:r>
          </a:p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$$ LANGUAGE</a:t>
            </a:r>
            <a:r>
              <a:rPr lang="en-US" sz="1400" b="1" dirty="0"/>
              <a:t> </a:t>
            </a:r>
            <a:r>
              <a:rPr lang="en-US" sz="14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plpgsql</a:t>
            </a:r>
            <a:r>
              <a:rPr lang="en-US" sz="1400" b="1" dirty="0"/>
              <a:t>;</a:t>
            </a:r>
            <a:endParaRPr lang="ru-RU" sz="1400" b="1" dirty="0"/>
          </a:p>
          <a:p>
            <a:endParaRPr lang="ru-RU" sz="1400" b="1" dirty="0"/>
          </a:p>
          <a:p>
            <a:endParaRPr lang="ru-RS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DB4F6-E0D4-4B6D-82A9-98369B40D0AC}"/>
              </a:ext>
            </a:extLst>
          </p:cNvPr>
          <p:cNvSpPr txBox="1"/>
          <p:nvPr/>
        </p:nvSpPr>
        <p:spPr>
          <a:xfrm>
            <a:off x="5369169" y="1805090"/>
            <a:ext cx="609460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 </a:t>
            </a:r>
            <a:r>
              <a:rPr lang="ru-RU" sz="1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 в виде числа</a:t>
            </a:r>
          </a:p>
          <a:p>
            <a:r>
              <a:rPr lang="ru-RU" sz="1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OR REPLACE FUNCTION </a:t>
            </a:r>
            <a:r>
              <a:rPr lang="ru-RU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add_numbers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 </a:t>
            </a:r>
            <a:r>
              <a:rPr lang="ru-RU" sz="1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 </a:t>
            </a:r>
            <a:r>
              <a:rPr lang="ru-RU" sz="1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ru-RU" sz="1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$$</a:t>
            </a:r>
          </a:p>
          <a:p>
            <a:r>
              <a:rPr lang="ru-RU" sz="1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</a:t>
            </a:r>
          </a:p>
          <a:p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ru-RU" sz="1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+ b;</a:t>
            </a:r>
          </a:p>
          <a:p>
            <a:r>
              <a:rPr lang="ru-RU" sz="1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ru-RU" sz="1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$$ LANGUAGE </a:t>
            </a:r>
            <a:r>
              <a:rPr lang="ru-RU" sz="1400" b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plpgsql</a:t>
            </a:r>
            <a:r>
              <a:rPr lang="ru-RU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22C842-7A3E-46E7-8DAE-CA2A70482DD8}"/>
              </a:ext>
            </a:extLst>
          </p:cNvPr>
          <p:cNvSpPr txBox="1"/>
          <p:nvPr/>
        </p:nvSpPr>
        <p:spPr>
          <a:xfrm>
            <a:off x="371475" y="4562420"/>
            <a:ext cx="609460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 </a:t>
            </a:r>
            <a:r>
              <a:rPr lang="ru-RU" sz="1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 в виде б</a:t>
            </a:r>
            <a:r>
              <a:rPr lang="en-US" sz="1600" b="1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улев</a:t>
            </a:r>
            <a:r>
              <a:rPr lang="ru-RU" sz="1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en-US" sz="1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значени</a:t>
            </a:r>
            <a:r>
              <a:rPr lang="ru-RU" sz="16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</a:t>
            </a:r>
            <a:endParaRPr lang="en-US" sz="16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OR REPLACE FUNCTION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is_active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RETURNS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$$</a:t>
            </a:r>
          </a:p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</a:t>
            </a:r>
          </a:p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TRUE;</a:t>
            </a:r>
          </a:p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$$ LANGUAGE </a:t>
            </a:r>
            <a:r>
              <a:rPr lang="en-US" sz="1400" b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plpgsql</a:t>
            </a: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62882CBE-9B70-4FBC-BAA6-1F9E7C9F75B0}"/>
              </a:ext>
            </a:extLst>
          </p:cNvPr>
          <p:cNvSpPr txBox="1">
            <a:spLocks/>
          </p:cNvSpPr>
          <p:nvPr/>
        </p:nvSpPr>
        <p:spPr>
          <a:xfrm>
            <a:off x="5369169" y="4119642"/>
            <a:ext cx="6648131" cy="22467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b="1" dirty="0">
                <a:solidFill>
                  <a:srgbClr val="FFC000"/>
                </a:solidFill>
              </a:rPr>
              <a:t>-- Результат в виде таблицы</a:t>
            </a:r>
          </a:p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CREATE OR REPLACE FUNCTION </a:t>
            </a:r>
            <a:r>
              <a:rPr lang="en-US" sz="1400" b="1" dirty="0" err="1"/>
              <a:t>get_customer</a:t>
            </a:r>
            <a:r>
              <a:rPr lang="en-US" sz="1400" b="1" dirty="0"/>
              <a:t>(</a:t>
            </a:r>
            <a:r>
              <a:rPr lang="en-US" sz="1400" b="1" dirty="0" err="1"/>
              <a:t>cus_id</a:t>
            </a:r>
            <a:r>
              <a:rPr lang="en-US" sz="1400" b="1" dirty="0"/>
              <a:t> INTEGER) </a:t>
            </a:r>
          </a:p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RETURNS</a:t>
            </a:r>
            <a:r>
              <a:rPr lang="en-US" sz="1400" b="1" dirty="0"/>
              <a:t> </a:t>
            </a:r>
            <a:r>
              <a:rPr lang="en-US" sz="1400" b="1" dirty="0" err="1"/>
              <a:t>public.customers</a:t>
            </a:r>
            <a:r>
              <a:rPr lang="en-US" sz="1400" b="1" dirty="0"/>
              <a:t> </a:t>
            </a:r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 $$</a:t>
            </a:r>
          </a:p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DECLARE</a:t>
            </a:r>
          </a:p>
          <a:p>
            <a:r>
              <a:rPr lang="en-US" sz="1400" b="1" dirty="0"/>
              <a:t>    </a:t>
            </a:r>
            <a:r>
              <a:rPr lang="en-US" sz="1400" b="1" dirty="0" err="1"/>
              <a:t>cus_record</a:t>
            </a:r>
            <a:r>
              <a:rPr lang="en-US" sz="1400" b="1" dirty="0"/>
              <a:t> </a:t>
            </a:r>
            <a:r>
              <a:rPr lang="en-US" sz="1400" b="1" dirty="0" err="1"/>
              <a:t>public.customers%ROWTYPE</a:t>
            </a:r>
            <a:r>
              <a:rPr lang="en-US" sz="1400" b="1" dirty="0"/>
              <a:t>;</a:t>
            </a:r>
          </a:p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BEGIN</a:t>
            </a:r>
          </a:p>
          <a:p>
            <a:r>
              <a:rPr lang="en-US" sz="1400" b="1" dirty="0"/>
              <a:t>    SELECT * INTO </a:t>
            </a:r>
            <a:r>
              <a:rPr lang="en-US" sz="1400" b="1" dirty="0" err="1"/>
              <a:t>cus_record</a:t>
            </a:r>
            <a:r>
              <a:rPr lang="en-US" sz="1400" b="1" dirty="0"/>
              <a:t> FROM </a:t>
            </a:r>
            <a:r>
              <a:rPr lang="en-US" sz="1400" b="1" dirty="0" err="1"/>
              <a:t>public.customers</a:t>
            </a:r>
            <a:r>
              <a:rPr lang="en-US" sz="1400" b="1" dirty="0"/>
              <a:t> WHERE id = </a:t>
            </a:r>
            <a:r>
              <a:rPr lang="en-US" sz="1400" b="1" dirty="0" err="1"/>
              <a:t>cus_id</a:t>
            </a:r>
            <a:r>
              <a:rPr lang="en-US" sz="1400" b="1" dirty="0"/>
              <a:t>;</a:t>
            </a:r>
          </a:p>
          <a:p>
            <a:r>
              <a:rPr lang="en-US" sz="1400" b="1" dirty="0"/>
              <a:t>    </a:t>
            </a:r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RETURN</a:t>
            </a:r>
            <a:r>
              <a:rPr lang="en-US" sz="1400" b="1" dirty="0"/>
              <a:t> </a:t>
            </a:r>
            <a:r>
              <a:rPr lang="en-US" sz="1400" b="1" dirty="0" err="1"/>
              <a:t>cus_record</a:t>
            </a:r>
            <a:r>
              <a:rPr lang="en-US" sz="1400" b="1" dirty="0"/>
              <a:t>;</a:t>
            </a:r>
          </a:p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END</a:t>
            </a:r>
            <a:r>
              <a:rPr lang="en-US" sz="1400" b="1" dirty="0"/>
              <a:t>;</a:t>
            </a:r>
          </a:p>
          <a:p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$$ LANGUAGE </a:t>
            </a:r>
            <a:r>
              <a:rPr lang="en-US" sz="1400" b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plpgsql</a:t>
            </a:r>
            <a:r>
              <a:rPr lang="en-US" sz="1400" b="1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81536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6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321098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F0000"/>
                </a:solidFill>
              </a:rPr>
              <a:t>Пример</a:t>
            </a:r>
            <a:br>
              <a:rPr lang="ru-RU" dirty="0">
                <a:solidFill>
                  <a:srgbClr val="FF0000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процедуры контроля</a:t>
            </a:r>
            <a:endParaRPr lang="ru-RS" dirty="0">
              <a:solidFill>
                <a:srgbClr val="FF0000"/>
              </a:solidFill>
            </a:endParaRP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D4D6AE6A-AAFC-40CD-A1B4-6EA4EA376F44}"/>
              </a:ext>
            </a:extLst>
          </p:cNvPr>
          <p:cNvCxnSpPr>
            <a:cxnSpLocks/>
            <a:stCxn id="40" idx="2"/>
            <a:endCxn id="13" idx="0"/>
          </p:cNvCxnSpPr>
          <p:nvPr/>
        </p:nvCxnSpPr>
        <p:spPr>
          <a:xfrm>
            <a:off x="1287514" y="4594438"/>
            <a:ext cx="7402" cy="668717"/>
          </a:xfrm>
          <a:prstGeom prst="straightConnector1">
            <a:avLst/>
          </a:prstGeom>
          <a:ln w="38100">
            <a:solidFill>
              <a:srgbClr val="FFC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93251E46-1F48-4D11-AEC2-BC74BF6D94A8}"/>
              </a:ext>
            </a:extLst>
          </p:cNvPr>
          <p:cNvCxnSpPr>
            <a:cxnSpLocks/>
            <a:stCxn id="51" idx="1"/>
            <a:endCxn id="40" idx="3"/>
          </p:cNvCxnSpPr>
          <p:nvPr/>
        </p:nvCxnSpPr>
        <p:spPr>
          <a:xfrm flipH="1">
            <a:off x="2261594" y="4211192"/>
            <a:ext cx="391366" cy="0"/>
          </a:xfrm>
          <a:prstGeom prst="straightConnector1">
            <a:avLst/>
          </a:prstGeom>
          <a:ln w="38100">
            <a:solidFill>
              <a:srgbClr val="FFC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7C9470EC-DAA3-4582-936A-7F7ADF6A79D5}"/>
              </a:ext>
            </a:extLst>
          </p:cNvPr>
          <p:cNvGrpSpPr/>
          <p:nvPr/>
        </p:nvGrpSpPr>
        <p:grpSpPr>
          <a:xfrm>
            <a:off x="313434" y="3827946"/>
            <a:ext cx="1948160" cy="766492"/>
            <a:chOff x="2683015" y="3749451"/>
            <a:chExt cx="2342279" cy="766492"/>
          </a:xfrm>
        </p:grpSpPr>
        <p:grpSp>
          <p:nvGrpSpPr>
            <p:cNvPr id="37" name="Группа 36">
              <a:extLst>
                <a:ext uri="{FF2B5EF4-FFF2-40B4-BE49-F238E27FC236}">
                  <a16:creationId xmlns:a16="http://schemas.microsoft.com/office/drawing/2014/main" id="{D8FB6E0A-90E2-4189-9204-D487CC5A49F1}"/>
                </a:ext>
              </a:extLst>
            </p:cNvPr>
            <p:cNvGrpSpPr/>
            <p:nvPr/>
          </p:nvGrpSpPr>
          <p:grpSpPr>
            <a:xfrm>
              <a:off x="2683015" y="3749451"/>
              <a:ext cx="2342279" cy="766492"/>
              <a:chOff x="164302" y="1690495"/>
              <a:chExt cx="4146658" cy="1336809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4980986-6F8E-43D7-81F9-E1CDB632660B}"/>
                  </a:ext>
                </a:extLst>
              </p:cNvPr>
              <p:cNvSpPr txBox="1"/>
              <p:nvPr/>
            </p:nvSpPr>
            <p:spPr>
              <a:xfrm>
                <a:off x="277381" y="1787428"/>
                <a:ext cx="3994047" cy="59045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ru-RU" sz="16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Проверка</a:t>
                </a:r>
                <a:endParaRPr lang="ru-RU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Прямоугольник: скругленные углы 39">
                <a:extLst>
                  <a:ext uri="{FF2B5EF4-FFF2-40B4-BE49-F238E27FC236}">
                    <a16:creationId xmlns:a16="http://schemas.microsoft.com/office/drawing/2014/main" id="{C9E4E299-3F8A-46BC-9963-188DD59FFA61}"/>
                  </a:ext>
                </a:extLst>
              </p:cNvPr>
              <p:cNvSpPr/>
              <p:nvPr/>
            </p:nvSpPr>
            <p:spPr>
              <a:xfrm>
                <a:off x="164302" y="1690495"/>
                <a:ext cx="4146658" cy="1336809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600"/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5C73F08-B7A6-45B1-8A11-6F44DC1F315E}"/>
                </a:ext>
              </a:extLst>
            </p:cNvPr>
            <p:cNvSpPr txBox="1"/>
            <p:nvPr/>
          </p:nvSpPr>
          <p:spPr>
            <a:xfrm>
              <a:off x="2908175" y="4059033"/>
              <a:ext cx="1840803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pl/</a:t>
              </a:r>
              <a:r>
                <a:rPr lang="en-US" sz="16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pgSQL</a:t>
              </a:r>
              <a:r>
                <a:rPr lang="en-US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etc</a:t>
              </a:r>
              <a:endPara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867F343-0DFD-469B-BDFE-01DC629E2238}"/>
              </a:ext>
            </a:extLst>
          </p:cNvPr>
          <p:cNvGrpSpPr/>
          <p:nvPr/>
        </p:nvGrpSpPr>
        <p:grpSpPr>
          <a:xfrm>
            <a:off x="313434" y="5263155"/>
            <a:ext cx="1955561" cy="814891"/>
            <a:chOff x="437359" y="3764924"/>
            <a:chExt cx="1299329" cy="814891"/>
          </a:xfrm>
        </p:grpSpPr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C52BDE5F-AF06-4A0D-A273-50E0F5FDCC54}"/>
                </a:ext>
              </a:extLst>
            </p:cNvPr>
            <p:cNvGrpSpPr/>
            <p:nvPr/>
          </p:nvGrpSpPr>
          <p:grpSpPr>
            <a:xfrm>
              <a:off x="438150" y="3764924"/>
              <a:ext cx="1298538" cy="814891"/>
              <a:chOff x="151080" y="1690495"/>
              <a:chExt cx="4159880" cy="1336809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EA5AE0-AFF6-464F-A721-30E500732D47}"/>
                  </a:ext>
                </a:extLst>
              </p:cNvPr>
              <p:cNvSpPr txBox="1"/>
              <p:nvPr/>
            </p:nvSpPr>
            <p:spPr>
              <a:xfrm>
                <a:off x="151080" y="1790313"/>
                <a:ext cx="4146658" cy="55539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ru-RU" sz="16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Данные</a:t>
                </a:r>
                <a:endParaRPr lang="ru-RU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Прямоугольник: скругленные углы 12">
                <a:extLst>
                  <a:ext uri="{FF2B5EF4-FFF2-40B4-BE49-F238E27FC236}">
                    <a16:creationId xmlns:a16="http://schemas.microsoft.com/office/drawing/2014/main" id="{C6E980CF-FA84-4F52-91F5-B1CBD2E9AAE3}"/>
                  </a:ext>
                </a:extLst>
              </p:cNvPr>
              <p:cNvSpPr/>
              <p:nvPr/>
            </p:nvSpPr>
            <p:spPr>
              <a:xfrm>
                <a:off x="164302" y="1690495"/>
                <a:ext cx="4146658" cy="1336809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600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0C8A33A-C691-4E80-9D9C-A7BB9FBE14F9}"/>
                </a:ext>
              </a:extLst>
            </p:cNvPr>
            <p:cNvSpPr txBox="1"/>
            <p:nvPr/>
          </p:nvSpPr>
          <p:spPr>
            <a:xfrm>
              <a:off x="437359" y="3974307"/>
              <a:ext cx="1294411" cy="58477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PostgreSQL, </a:t>
              </a:r>
              <a:r>
                <a:rPr lang="en-US" sz="16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etc</a:t>
              </a:r>
              <a:endPara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66A1FE34-B1C5-47A3-ABAA-78BC02644E9C}"/>
              </a:ext>
            </a:extLst>
          </p:cNvPr>
          <p:cNvGrpSpPr/>
          <p:nvPr/>
        </p:nvGrpSpPr>
        <p:grpSpPr>
          <a:xfrm>
            <a:off x="299859" y="2458774"/>
            <a:ext cx="2763061" cy="730611"/>
            <a:chOff x="2888444" y="2092432"/>
            <a:chExt cx="2763061" cy="730611"/>
          </a:xfrm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515EAEAF-4848-4E27-A653-916FAF371C06}"/>
                </a:ext>
              </a:extLst>
            </p:cNvPr>
            <p:cNvGrpSpPr/>
            <p:nvPr/>
          </p:nvGrpSpPr>
          <p:grpSpPr>
            <a:xfrm>
              <a:off x="2888444" y="2092432"/>
              <a:ext cx="2751896" cy="730611"/>
              <a:chOff x="164302" y="1690495"/>
              <a:chExt cx="4178513" cy="1336809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DC0AFF6-FE4E-434E-8094-E51DFE18A2AB}"/>
                  </a:ext>
                </a:extLst>
              </p:cNvPr>
              <p:cNvSpPr txBox="1"/>
              <p:nvPr/>
            </p:nvSpPr>
            <p:spPr>
              <a:xfrm>
                <a:off x="196154" y="1764276"/>
                <a:ext cx="4146661" cy="1069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ru-RU" sz="16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Задача по расписанию</a:t>
                </a:r>
                <a:endParaRPr lang="ru-RU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Прямоугольник: скругленные углы 18">
                <a:extLst>
                  <a:ext uri="{FF2B5EF4-FFF2-40B4-BE49-F238E27FC236}">
                    <a16:creationId xmlns:a16="http://schemas.microsoft.com/office/drawing/2014/main" id="{B6704FF7-1573-404D-B1EC-04C5A22E0934}"/>
                  </a:ext>
                </a:extLst>
              </p:cNvPr>
              <p:cNvSpPr/>
              <p:nvPr/>
            </p:nvSpPr>
            <p:spPr>
              <a:xfrm>
                <a:off x="164302" y="1690495"/>
                <a:ext cx="4146658" cy="1336809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600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BE4AE27-BD4E-40D2-B0EF-1413C8F6391A}"/>
                </a:ext>
              </a:extLst>
            </p:cNvPr>
            <p:cNvSpPr txBox="1"/>
            <p:nvPr/>
          </p:nvSpPr>
          <p:spPr>
            <a:xfrm>
              <a:off x="2920586" y="2442214"/>
              <a:ext cx="273091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cron</a:t>
              </a:r>
              <a:r>
                <a:rPr lang="en-US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airflow, </a:t>
              </a:r>
              <a:r>
                <a:rPr lang="en-US" sz="16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etc</a:t>
              </a:r>
              <a:endPara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31E77590-DDDF-4A86-B631-E552400B3EE8}"/>
              </a:ext>
            </a:extLst>
          </p:cNvPr>
          <p:cNvGrpSpPr/>
          <p:nvPr/>
        </p:nvGrpSpPr>
        <p:grpSpPr>
          <a:xfrm>
            <a:off x="2652960" y="3827946"/>
            <a:ext cx="2342279" cy="766492"/>
            <a:chOff x="2683015" y="3749451"/>
            <a:chExt cx="2342279" cy="766492"/>
          </a:xfrm>
        </p:grpSpPr>
        <p:grpSp>
          <p:nvGrpSpPr>
            <p:cNvPr id="48" name="Группа 47">
              <a:extLst>
                <a:ext uri="{FF2B5EF4-FFF2-40B4-BE49-F238E27FC236}">
                  <a16:creationId xmlns:a16="http://schemas.microsoft.com/office/drawing/2014/main" id="{A789B89B-3EBB-4C6D-825B-999006F5AE37}"/>
                </a:ext>
              </a:extLst>
            </p:cNvPr>
            <p:cNvGrpSpPr/>
            <p:nvPr/>
          </p:nvGrpSpPr>
          <p:grpSpPr>
            <a:xfrm>
              <a:off x="2683015" y="3749451"/>
              <a:ext cx="2342279" cy="766492"/>
              <a:chOff x="164302" y="1690495"/>
              <a:chExt cx="4146658" cy="1336809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E64B4B8-99EC-4B7C-BE25-0627D7709E14}"/>
                  </a:ext>
                </a:extLst>
              </p:cNvPr>
              <p:cNvSpPr txBox="1"/>
              <p:nvPr/>
            </p:nvSpPr>
            <p:spPr>
              <a:xfrm>
                <a:off x="277381" y="1751256"/>
                <a:ext cx="3994047" cy="66280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ru-RU" sz="16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Функция проверки</a:t>
                </a:r>
                <a:endParaRPr lang="ru-RU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" name="Прямоугольник: скругленные углы 50">
                <a:extLst>
                  <a:ext uri="{FF2B5EF4-FFF2-40B4-BE49-F238E27FC236}">
                    <a16:creationId xmlns:a16="http://schemas.microsoft.com/office/drawing/2014/main" id="{C226FDD2-153E-478B-8883-AB0FB72D3D38}"/>
                  </a:ext>
                </a:extLst>
              </p:cNvPr>
              <p:cNvSpPr/>
              <p:nvPr/>
            </p:nvSpPr>
            <p:spPr>
              <a:xfrm>
                <a:off x="164302" y="1690495"/>
                <a:ext cx="4146658" cy="1336809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60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1E44C51-F0BF-49DA-83DD-C43A56A6B3AA}"/>
                </a:ext>
              </a:extLst>
            </p:cNvPr>
            <p:cNvSpPr txBox="1"/>
            <p:nvPr/>
          </p:nvSpPr>
          <p:spPr>
            <a:xfrm>
              <a:off x="2908175" y="4059033"/>
              <a:ext cx="1840803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python, </a:t>
              </a:r>
              <a:r>
                <a:rPr lang="en-US" sz="16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etc</a:t>
              </a:r>
              <a:endPara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BBC76F58-66E3-4F99-9417-945EBD45BC35}"/>
              </a:ext>
            </a:extLst>
          </p:cNvPr>
          <p:cNvCxnSpPr>
            <a:cxnSpLocks/>
          </p:cNvCxnSpPr>
          <p:nvPr/>
        </p:nvCxnSpPr>
        <p:spPr>
          <a:xfrm>
            <a:off x="2792849" y="3190743"/>
            <a:ext cx="1" cy="638561"/>
          </a:xfrm>
          <a:prstGeom prst="straightConnector1">
            <a:avLst/>
          </a:prstGeom>
          <a:ln w="38100">
            <a:solidFill>
              <a:srgbClr val="FFC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1FFF59E7-190C-498E-87CA-8DB71FFD26C7}"/>
              </a:ext>
            </a:extLst>
          </p:cNvPr>
          <p:cNvGrpSpPr/>
          <p:nvPr/>
        </p:nvGrpSpPr>
        <p:grpSpPr>
          <a:xfrm>
            <a:off x="3410643" y="5287354"/>
            <a:ext cx="1948160" cy="766492"/>
            <a:chOff x="2683015" y="3749451"/>
            <a:chExt cx="2342279" cy="766492"/>
          </a:xfrm>
        </p:grpSpPr>
        <p:grpSp>
          <p:nvGrpSpPr>
            <p:cNvPr id="57" name="Группа 56">
              <a:extLst>
                <a:ext uri="{FF2B5EF4-FFF2-40B4-BE49-F238E27FC236}">
                  <a16:creationId xmlns:a16="http://schemas.microsoft.com/office/drawing/2014/main" id="{EB973F50-89A0-4899-AFAA-7F11E7A76D3C}"/>
                </a:ext>
              </a:extLst>
            </p:cNvPr>
            <p:cNvGrpSpPr/>
            <p:nvPr/>
          </p:nvGrpSpPr>
          <p:grpSpPr>
            <a:xfrm>
              <a:off x="2683015" y="3749451"/>
              <a:ext cx="2342279" cy="766492"/>
              <a:chOff x="164302" y="1690495"/>
              <a:chExt cx="4146658" cy="1336809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EFA541E-4D67-4833-9002-510BEE34649E}"/>
                  </a:ext>
                </a:extLst>
              </p:cNvPr>
              <p:cNvSpPr txBox="1"/>
              <p:nvPr/>
            </p:nvSpPr>
            <p:spPr>
              <a:xfrm>
                <a:off x="277381" y="1787428"/>
                <a:ext cx="3994047" cy="59045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ru-RU" sz="16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Уведомление</a:t>
                </a:r>
                <a:endParaRPr lang="ru-RU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" name="Прямоугольник: скругленные углы 59">
                <a:extLst>
                  <a:ext uri="{FF2B5EF4-FFF2-40B4-BE49-F238E27FC236}">
                    <a16:creationId xmlns:a16="http://schemas.microsoft.com/office/drawing/2014/main" id="{67DB8770-D19E-46DB-B8A5-BAC54036F59D}"/>
                  </a:ext>
                </a:extLst>
              </p:cNvPr>
              <p:cNvSpPr/>
              <p:nvPr/>
            </p:nvSpPr>
            <p:spPr>
              <a:xfrm>
                <a:off x="164302" y="1690495"/>
                <a:ext cx="4146658" cy="1336809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600"/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B180582-A22C-48A4-9E4A-43BDC8FA7CB6}"/>
                </a:ext>
              </a:extLst>
            </p:cNvPr>
            <p:cNvSpPr txBox="1"/>
            <p:nvPr/>
          </p:nvSpPr>
          <p:spPr>
            <a:xfrm>
              <a:off x="2769255" y="4059033"/>
              <a:ext cx="2233709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messenger, </a:t>
              </a:r>
              <a:r>
                <a:rPr lang="en-US" sz="16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etc</a:t>
              </a:r>
              <a:endPara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05FCF841-E03F-4EEE-B0AB-FFEF544E4427}"/>
              </a:ext>
            </a:extLst>
          </p:cNvPr>
          <p:cNvCxnSpPr>
            <a:cxnSpLocks/>
          </p:cNvCxnSpPr>
          <p:nvPr/>
        </p:nvCxnSpPr>
        <p:spPr>
          <a:xfrm>
            <a:off x="4475962" y="4594438"/>
            <a:ext cx="0" cy="692916"/>
          </a:xfrm>
          <a:prstGeom prst="straightConnector1">
            <a:avLst/>
          </a:prstGeom>
          <a:ln w="38100">
            <a:solidFill>
              <a:srgbClr val="FFC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028BE107-9A06-43A6-BF1C-4BEDE5C566A0}"/>
              </a:ext>
            </a:extLst>
          </p:cNvPr>
          <p:cNvGrpSpPr/>
          <p:nvPr/>
        </p:nvGrpSpPr>
        <p:grpSpPr>
          <a:xfrm>
            <a:off x="3440828" y="2443519"/>
            <a:ext cx="2342280" cy="766492"/>
            <a:chOff x="2683015" y="3749451"/>
            <a:chExt cx="2342279" cy="766492"/>
          </a:xfrm>
        </p:grpSpPr>
        <p:grpSp>
          <p:nvGrpSpPr>
            <p:cNvPr id="68" name="Группа 67">
              <a:extLst>
                <a:ext uri="{FF2B5EF4-FFF2-40B4-BE49-F238E27FC236}">
                  <a16:creationId xmlns:a16="http://schemas.microsoft.com/office/drawing/2014/main" id="{F5B61FAB-3A06-47ED-A87C-CDFD8DBE92DB}"/>
                </a:ext>
              </a:extLst>
            </p:cNvPr>
            <p:cNvGrpSpPr/>
            <p:nvPr/>
          </p:nvGrpSpPr>
          <p:grpSpPr>
            <a:xfrm>
              <a:off x="2683015" y="3749451"/>
              <a:ext cx="2342279" cy="766492"/>
              <a:chOff x="164302" y="1690495"/>
              <a:chExt cx="4146658" cy="1336809"/>
            </a:xfrm>
          </p:grpSpPr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52330FA-A5D4-40E4-9FEB-18674C85F4AA}"/>
                  </a:ext>
                </a:extLst>
              </p:cNvPr>
              <p:cNvSpPr txBox="1"/>
              <p:nvPr/>
            </p:nvSpPr>
            <p:spPr>
              <a:xfrm>
                <a:off x="277381" y="1787428"/>
                <a:ext cx="3994047" cy="59045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ru-RU" sz="16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Логирование</a:t>
                </a:r>
                <a:endParaRPr lang="ru-RU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1" name="Прямоугольник: скругленные углы 70">
                <a:extLst>
                  <a:ext uri="{FF2B5EF4-FFF2-40B4-BE49-F238E27FC236}">
                    <a16:creationId xmlns:a16="http://schemas.microsoft.com/office/drawing/2014/main" id="{06B97413-5A8E-48F0-B593-AB2242BB4D86}"/>
                  </a:ext>
                </a:extLst>
              </p:cNvPr>
              <p:cNvSpPr/>
              <p:nvPr/>
            </p:nvSpPr>
            <p:spPr>
              <a:xfrm>
                <a:off x="164302" y="1690495"/>
                <a:ext cx="4146658" cy="1336809"/>
              </a:xfrm>
              <a:prstGeom prst="round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600"/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153E0AB-F3B2-4D8B-9149-92F16E2C249C}"/>
                </a:ext>
              </a:extLst>
            </p:cNvPr>
            <p:cNvSpPr txBox="1"/>
            <p:nvPr/>
          </p:nvSpPr>
          <p:spPr>
            <a:xfrm>
              <a:off x="2724559" y="4059033"/>
              <a:ext cx="2192563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6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loki</a:t>
              </a:r>
              <a:r>
                <a:rPr lang="en-US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postgresql</a:t>
              </a:r>
              <a:r>
                <a:rPr lang="en-US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6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etc</a:t>
              </a:r>
              <a:endPara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72" name="Прямая со стрелкой 71">
            <a:extLst>
              <a:ext uri="{FF2B5EF4-FFF2-40B4-BE49-F238E27FC236}">
                <a16:creationId xmlns:a16="http://schemas.microsoft.com/office/drawing/2014/main" id="{A8CCB440-51C7-4F20-A6C2-3D2B835D8F4B}"/>
              </a:ext>
            </a:extLst>
          </p:cNvPr>
          <p:cNvCxnSpPr>
            <a:cxnSpLocks/>
          </p:cNvCxnSpPr>
          <p:nvPr/>
        </p:nvCxnSpPr>
        <p:spPr>
          <a:xfrm flipV="1">
            <a:off x="3972083" y="3210011"/>
            <a:ext cx="0" cy="617936"/>
          </a:xfrm>
          <a:prstGeom prst="straightConnector1">
            <a:avLst/>
          </a:prstGeom>
          <a:ln w="38100">
            <a:solidFill>
              <a:srgbClr val="FFC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Рисунок 76">
            <a:extLst>
              <a:ext uri="{FF2B5EF4-FFF2-40B4-BE49-F238E27FC236}">
                <a16:creationId xmlns:a16="http://schemas.microsoft.com/office/drawing/2014/main" id="{3B4858ED-48FE-4170-B62D-91E274392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278" y="1209963"/>
            <a:ext cx="4507191" cy="478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67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F83688-3DDC-44B5-A119-18F022225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162" y="242443"/>
            <a:ext cx="4029637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2541</TotalTime>
  <Words>832</Words>
  <Application>Microsoft Office PowerPoint</Application>
  <PresentationFormat>Широкоэкранный</PresentationFormat>
  <Paragraphs>144</Paragraphs>
  <Slides>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DefKorn</cp:lastModifiedBy>
  <cp:revision>218</cp:revision>
  <dcterms:created xsi:type="dcterms:W3CDTF">2025-08-19T06:56:36Z</dcterms:created>
  <dcterms:modified xsi:type="dcterms:W3CDTF">2026-04-01T14:23:15Z</dcterms:modified>
</cp:coreProperties>
</file>